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y="6858000" cx="12192000"/>
  <p:notesSz cx="6858000" cy="9144000"/>
  <p:embeddedFontLst>
    <p:embeddedFont>
      <p:font typeface="Proxima Nova"/>
      <p:regular r:id="rId26"/>
      <p:bold r:id="rId27"/>
      <p:italic r:id="rId28"/>
      <p:boldItalic r:id="rId29"/>
    </p:embeddedFont>
    <p:embeddedFont>
      <p:font typeface="Robot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ProximaNova-regular.fntdata"/><Relationship Id="rId25" Type="http://schemas.openxmlformats.org/officeDocument/2006/relationships/slide" Target="slides/slide21.xml"/><Relationship Id="rId28" Type="http://schemas.openxmlformats.org/officeDocument/2006/relationships/font" Target="fonts/ProximaNova-italic.fntdata"/><Relationship Id="rId27" Type="http://schemas.openxmlformats.org/officeDocument/2006/relationships/font" Target="fonts/ProximaNova-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ProximaNova-bold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Roboto-bold.fntdata"/><Relationship Id="rId30" Type="http://schemas.openxmlformats.org/officeDocument/2006/relationships/font" Target="fonts/Roboto-regular.fntdata"/><Relationship Id="rId11" Type="http://schemas.openxmlformats.org/officeDocument/2006/relationships/slide" Target="slides/slide7.xml"/><Relationship Id="rId33" Type="http://schemas.openxmlformats.org/officeDocument/2006/relationships/font" Target="fonts/Roboto-boldItalic.fntdata"/><Relationship Id="rId10" Type="http://schemas.openxmlformats.org/officeDocument/2006/relationships/slide" Target="slides/slide6.xml"/><Relationship Id="rId32" Type="http://schemas.openxmlformats.org/officeDocument/2006/relationships/font" Target="fonts/Roboto-italic.fnt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ccba58aefe_1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ccba58aefe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ccba58aefe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ccba58aef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cdcf3dca65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cdcf3dca6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ccba58aefe_1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ccba58aefe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cdff139dab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cdff139da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cdff139da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cdff139da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ccba58aefe_1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ccba58aefe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ce0e83d384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ce0e83d38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ce0e83d384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ce0e83d384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cdff139dab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cdff139da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cdeef3f98a_1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cdeef3f98a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ccba58aefe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ccba58aef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ce875997e6_0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ce875997e6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ccba58aefe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ccba58aef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cdeef3f98a_1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cdeef3f98a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ccba58aefe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ccba58aef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cdff139dab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cdff139da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ccba58aefe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ccba58aefe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cdcf3dca65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cdcf3dca6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cea271fa00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cea271fa0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rgbClr val="FFFFFF"/>
              </a:buClr>
              <a:buSzPts val="6600"/>
              <a:buFont typeface="Proxima Nova"/>
              <a:buNone/>
              <a:defRPr b="1" i="1" sz="6600" cap="none">
                <a:solidFill>
                  <a:srgbClr val="FFFFFF"/>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SzPts val="3200"/>
              <a:buNone/>
              <a:defRPr sz="3200">
                <a:solidFill>
                  <a:srgbClr val="D9AC63"/>
                </a:solidFill>
                <a:latin typeface="Proxima Nova"/>
                <a:ea typeface="Proxima Nova"/>
                <a:cs typeface="Proxima Nova"/>
                <a:sym typeface="Proxima Nova"/>
              </a:defRPr>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SzPts val="1800"/>
              <a:buNone/>
              <a:defRPr sz="1800"/>
            </a:lvl3pPr>
            <a:lvl4pPr lvl="3" algn="ctr">
              <a:lnSpc>
                <a:spcPct val="90000"/>
              </a:lnSpc>
              <a:spcBef>
                <a:spcPts val="500"/>
              </a:spcBef>
              <a:spcAft>
                <a:spcPts val="0"/>
              </a:spcAft>
              <a:buSzPts val="1600"/>
              <a:buNone/>
              <a:defRPr sz="1600"/>
            </a:lvl4pPr>
            <a:lvl5pPr lvl="4" algn="ctr">
              <a:lnSpc>
                <a:spcPct val="9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5" name="Google Shape;15;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00134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001344"/>
                </a:solidFill>
                <a:latin typeface="Calibri"/>
                <a:ea typeface="Calibri"/>
                <a:cs typeface="Calibri"/>
                <a:sym typeface="Calibri"/>
              </a:defRPr>
            </a:lvl1pPr>
            <a:lvl2pPr indent="0" lvl="1" marL="0" algn="r">
              <a:spcBef>
                <a:spcPts val="0"/>
              </a:spcBef>
              <a:buNone/>
              <a:defRPr b="0" i="0" sz="1200" u="none" cap="none" strike="noStrike">
                <a:solidFill>
                  <a:srgbClr val="001344"/>
                </a:solidFill>
                <a:latin typeface="Calibri"/>
                <a:ea typeface="Calibri"/>
                <a:cs typeface="Calibri"/>
                <a:sym typeface="Calibri"/>
              </a:defRPr>
            </a:lvl2pPr>
            <a:lvl3pPr indent="0" lvl="2" marL="0" algn="r">
              <a:spcBef>
                <a:spcPts val="0"/>
              </a:spcBef>
              <a:buNone/>
              <a:defRPr b="0" i="0" sz="1200" u="none" cap="none" strike="noStrike">
                <a:solidFill>
                  <a:srgbClr val="001344"/>
                </a:solidFill>
                <a:latin typeface="Calibri"/>
                <a:ea typeface="Calibri"/>
                <a:cs typeface="Calibri"/>
                <a:sym typeface="Calibri"/>
              </a:defRPr>
            </a:lvl3pPr>
            <a:lvl4pPr indent="0" lvl="3" marL="0" algn="r">
              <a:spcBef>
                <a:spcPts val="0"/>
              </a:spcBef>
              <a:buNone/>
              <a:defRPr b="0" i="0" sz="1200" u="none" cap="none" strike="noStrike">
                <a:solidFill>
                  <a:srgbClr val="001344"/>
                </a:solidFill>
                <a:latin typeface="Calibri"/>
                <a:ea typeface="Calibri"/>
                <a:cs typeface="Calibri"/>
                <a:sym typeface="Calibri"/>
              </a:defRPr>
            </a:lvl4pPr>
            <a:lvl5pPr indent="0" lvl="4" marL="0" algn="r">
              <a:spcBef>
                <a:spcPts val="0"/>
              </a:spcBef>
              <a:buNone/>
              <a:defRPr b="0" i="0" sz="1200" u="none" cap="none" strike="noStrike">
                <a:solidFill>
                  <a:srgbClr val="001344"/>
                </a:solidFill>
                <a:latin typeface="Calibri"/>
                <a:ea typeface="Calibri"/>
                <a:cs typeface="Calibri"/>
                <a:sym typeface="Calibri"/>
              </a:defRPr>
            </a:lvl5pPr>
            <a:lvl6pPr indent="0" lvl="5" marL="0" algn="r">
              <a:spcBef>
                <a:spcPts val="0"/>
              </a:spcBef>
              <a:buNone/>
              <a:defRPr b="0" i="0" sz="1200" u="none" cap="none" strike="noStrike">
                <a:solidFill>
                  <a:srgbClr val="001344"/>
                </a:solidFill>
                <a:latin typeface="Calibri"/>
                <a:ea typeface="Calibri"/>
                <a:cs typeface="Calibri"/>
                <a:sym typeface="Calibri"/>
              </a:defRPr>
            </a:lvl6pPr>
            <a:lvl7pPr indent="0" lvl="6" marL="0" algn="r">
              <a:spcBef>
                <a:spcPts val="0"/>
              </a:spcBef>
              <a:buNone/>
              <a:defRPr b="0" i="0" sz="1200" u="none" cap="none" strike="noStrike">
                <a:solidFill>
                  <a:srgbClr val="001344"/>
                </a:solidFill>
                <a:latin typeface="Calibri"/>
                <a:ea typeface="Calibri"/>
                <a:cs typeface="Calibri"/>
                <a:sym typeface="Calibri"/>
              </a:defRPr>
            </a:lvl7pPr>
            <a:lvl8pPr indent="0" lvl="7" marL="0" algn="r">
              <a:spcBef>
                <a:spcPts val="0"/>
              </a:spcBef>
              <a:buNone/>
              <a:defRPr b="0" i="0" sz="1200" u="none" cap="none" strike="noStrike">
                <a:solidFill>
                  <a:srgbClr val="001344"/>
                </a:solidFill>
                <a:latin typeface="Calibri"/>
                <a:ea typeface="Calibri"/>
                <a:cs typeface="Calibri"/>
                <a:sym typeface="Calibri"/>
              </a:defRPr>
            </a:lvl8pPr>
            <a:lvl9pPr indent="0" lvl="8" marL="0" algn="r">
              <a:spcBef>
                <a:spcPts val="0"/>
              </a:spcBef>
              <a:buNone/>
              <a:defRPr b="0" i="0" sz="1200" u="none" cap="none" strike="noStrike">
                <a:solidFill>
                  <a:srgbClr val="001344"/>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D9AC63"/>
              </a:buClr>
              <a:buSzPts val="5400"/>
              <a:buFont typeface="Proxima Nova"/>
              <a:buNone/>
              <a:defRPr i="1" sz="5400">
                <a:solidFill>
                  <a:srgbClr val="D9AC63"/>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body"/>
          </p:nvPr>
        </p:nvSpPr>
        <p:spPr>
          <a:xfrm>
            <a:off x="838200" y="1825625"/>
            <a:ext cx="10515600" cy="3781355"/>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SzPts val="2800"/>
              <a:buFont typeface="Noto Sans Symbols"/>
              <a:buChar char="▪"/>
              <a:defRPr>
                <a:latin typeface="Proxima Nova"/>
                <a:ea typeface="Proxima Nova"/>
                <a:cs typeface="Proxima Nova"/>
                <a:sym typeface="Proxima Nova"/>
              </a:defRPr>
            </a:lvl1pPr>
            <a:lvl2pPr indent="-381000" lvl="1" marL="914400" algn="l">
              <a:lnSpc>
                <a:spcPct val="90000"/>
              </a:lnSpc>
              <a:spcBef>
                <a:spcPts val="500"/>
              </a:spcBef>
              <a:spcAft>
                <a:spcPts val="0"/>
              </a:spcAft>
              <a:buSzPts val="2400"/>
              <a:buFont typeface="Noto Sans Symbols"/>
              <a:buChar char="▪"/>
              <a:defRPr>
                <a:latin typeface="Proxima Nova"/>
                <a:ea typeface="Proxima Nova"/>
                <a:cs typeface="Proxima Nova"/>
                <a:sym typeface="Proxima Nova"/>
              </a:defRPr>
            </a:lvl2pPr>
            <a:lvl3pPr indent="-355600" lvl="2" marL="1371600" algn="l">
              <a:lnSpc>
                <a:spcPct val="90000"/>
              </a:lnSpc>
              <a:spcBef>
                <a:spcPts val="500"/>
              </a:spcBef>
              <a:spcAft>
                <a:spcPts val="0"/>
              </a:spcAft>
              <a:buSzPts val="2000"/>
              <a:buFont typeface="Noto Sans Symbols"/>
              <a:buChar char="▪"/>
              <a:defRPr>
                <a:latin typeface="Proxima Nova"/>
                <a:ea typeface="Proxima Nova"/>
                <a:cs typeface="Proxima Nova"/>
                <a:sym typeface="Proxima Nova"/>
              </a:defRPr>
            </a:lvl3pPr>
            <a:lvl4pPr indent="-342900" lvl="3" marL="1828800" algn="l">
              <a:lnSpc>
                <a:spcPct val="90000"/>
              </a:lnSpc>
              <a:spcBef>
                <a:spcPts val="500"/>
              </a:spcBef>
              <a:spcAft>
                <a:spcPts val="0"/>
              </a:spcAft>
              <a:buSzPts val="1800"/>
              <a:buFont typeface="Noto Sans Symbols"/>
              <a:buChar char="▪"/>
              <a:defRPr>
                <a:latin typeface="Proxima Nova"/>
                <a:ea typeface="Proxima Nova"/>
                <a:cs typeface="Proxima Nova"/>
                <a:sym typeface="Proxima Nova"/>
              </a:defRPr>
            </a:lvl4pPr>
            <a:lvl5pPr indent="-342900" lvl="4" marL="2286000" algn="l">
              <a:lnSpc>
                <a:spcPct val="90000"/>
              </a:lnSpc>
              <a:spcBef>
                <a:spcPts val="500"/>
              </a:spcBef>
              <a:spcAft>
                <a:spcPts val="0"/>
              </a:spcAft>
              <a:buSzPts val="1800"/>
              <a:buFont typeface="Noto Sans Symbols"/>
              <a:buChar char="▪"/>
              <a:defRPr>
                <a:latin typeface="Proxima Nova"/>
                <a:ea typeface="Proxima Nova"/>
                <a:cs typeface="Proxima Nova"/>
                <a:sym typeface="Proxima Nova"/>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00134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001344"/>
                </a:solidFill>
                <a:latin typeface="Calibri"/>
                <a:ea typeface="Calibri"/>
                <a:cs typeface="Calibri"/>
                <a:sym typeface="Calibri"/>
              </a:defRPr>
            </a:lvl1pPr>
            <a:lvl2pPr indent="0" lvl="1" marL="0" algn="r">
              <a:spcBef>
                <a:spcPts val="0"/>
              </a:spcBef>
              <a:buNone/>
              <a:defRPr b="0" i="0" sz="1200" u="none" cap="none" strike="noStrike">
                <a:solidFill>
                  <a:srgbClr val="001344"/>
                </a:solidFill>
                <a:latin typeface="Calibri"/>
                <a:ea typeface="Calibri"/>
                <a:cs typeface="Calibri"/>
                <a:sym typeface="Calibri"/>
              </a:defRPr>
            </a:lvl2pPr>
            <a:lvl3pPr indent="0" lvl="2" marL="0" algn="r">
              <a:spcBef>
                <a:spcPts val="0"/>
              </a:spcBef>
              <a:buNone/>
              <a:defRPr b="0" i="0" sz="1200" u="none" cap="none" strike="noStrike">
                <a:solidFill>
                  <a:srgbClr val="001344"/>
                </a:solidFill>
                <a:latin typeface="Calibri"/>
                <a:ea typeface="Calibri"/>
                <a:cs typeface="Calibri"/>
                <a:sym typeface="Calibri"/>
              </a:defRPr>
            </a:lvl3pPr>
            <a:lvl4pPr indent="0" lvl="3" marL="0" algn="r">
              <a:spcBef>
                <a:spcPts val="0"/>
              </a:spcBef>
              <a:buNone/>
              <a:defRPr b="0" i="0" sz="1200" u="none" cap="none" strike="noStrike">
                <a:solidFill>
                  <a:srgbClr val="001344"/>
                </a:solidFill>
                <a:latin typeface="Calibri"/>
                <a:ea typeface="Calibri"/>
                <a:cs typeface="Calibri"/>
                <a:sym typeface="Calibri"/>
              </a:defRPr>
            </a:lvl4pPr>
            <a:lvl5pPr indent="0" lvl="4" marL="0" algn="r">
              <a:spcBef>
                <a:spcPts val="0"/>
              </a:spcBef>
              <a:buNone/>
              <a:defRPr b="0" i="0" sz="1200" u="none" cap="none" strike="noStrike">
                <a:solidFill>
                  <a:srgbClr val="001344"/>
                </a:solidFill>
                <a:latin typeface="Calibri"/>
                <a:ea typeface="Calibri"/>
                <a:cs typeface="Calibri"/>
                <a:sym typeface="Calibri"/>
              </a:defRPr>
            </a:lvl5pPr>
            <a:lvl6pPr indent="0" lvl="5" marL="0" algn="r">
              <a:spcBef>
                <a:spcPts val="0"/>
              </a:spcBef>
              <a:buNone/>
              <a:defRPr b="0" i="0" sz="1200" u="none" cap="none" strike="noStrike">
                <a:solidFill>
                  <a:srgbClr val="001344"/>
                </a:solidFill>
                <a:latin typeface="Calibri"/>
                <a:ea typeface="Calibri"/>
                <a:cs typeface="Calibri"/>
                <a:sym typeface="Calibri"/>
              </a:defRPr>
            </a:lvl6pPr>
            <a:lvl7pPr indent="0" lvl="6" marL="0" algn="r">
              <a:spcBef>
                <a:spcPts val="0"/>
              </a:spcBef>
              <a:buNone/>
              <a:defRPr b="0" i="0" sz="1200" u="none" cap="none" strike="noStrike">
                <a:solidFill>
                  <a:srgbClr val="001344"/>
                </a:solidFill>
                <a:latin typeface="Calibri"/>
                <a:ea typeface="Calibri"/>
                <a:cs typeface="Calibri"/>
                <a:sym typeface="Calibri"/>
              </a:defRPr>
            </a:lvl7pPr>
            <a:lvl8pPr indent="0" lvl="7" marL="0" algn="r">
              <a:spcBef>
                <a:spcPts val="0"/>
              </a:spcBef>
              <a:buNone/>
              <a:defRPr b="0" i="0" sz="1200" u="none" cap="none" strike="noStrike">
                <a:solidFill>
                  <a:srgbClr val="001344"/>
                </a:solidFill>
                <a:latin typeface="Calibri"/>
                <a:ea typeface="Calibri"/>
                <a:cs typeface="Calibri"/>
                <a:sym typeface="Calibri"/>
              </a:defRPr>
            </a:lvl8pPr>
            <a:lvl9pPr indent="0" lvl="8" marL="0" algn="r">
              <a:spcBef>
                <a:spcPts val="0"/>
              </a:spcBef>
              <a:buNone/>
              <a:defRPr b="0" i="0" sz="1200" u="none" cap="none" strike="noStrike">
                <a:solidFill>
                  <a:srgbClr val="001344"/>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 name="Shape 22"/>
        <p:cNvGrpSpPr/>
        <p:nvPr/>
      </p:nvGrpSpPr>
      <p:grpSpPr>
        <a:xfrm>
          <a:off x="0" y="0"/>
          <a:ext cx="0" cy="0"/>
          <a:chOff x="0" y="0"/>
          <a:chExt cx="0" cy="0"/>
        </a:xfrm>
      </p:grpSpPr>
      <p:sp>
        <p:nvSpPr>
          <p:cNvPr id="23" name="Google Shape;23;p4"/>
          <p:cNvSpPr txBox="1"/>
          <p:nvPr>
            <p:ph type="title"/>
          </p:nvPr>
        </p:nvSpPr>
        <p:spPr>
          <a:xfrm>
            <a:off x="838200" y="808543"/>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D9AC63"/>
              </a:buClr>
              <a:buSzPts val="5400"/>
              <a:buFont typeface="Proxima Nova"/>
              <a:buNone/>
              <a:defRPr i="1" sz="5400">
                <a:solidFill>
                  <a:srgbClr val="D9AC63"/>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4"/>
          <p:cNvSpPr txBox="1"/>
          <p:nvPr>
            <p:ph idx="1" type="body"/>
          </p:nvPr>
        </p:nvSpPr>
        <p:spPr>
          <a:xfrm>
            <a:off x="831850" y="3785595"/>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2400"/>
              <a:buNone/>
              <a:defRPr sz="2400">
                <a:solidFill>
                  <a:srgbClr val="F2F2F2"/>
                </a:solidFill>
                <a:latin typeface="Proxima Nova"/>
                <a:ea typeface="Proxima Nova"/>
                <a:cs typeface="Proxima Nova"/>
                <a:sym typeface="Proxima Nova"/>
              </a:defRPr>
            </a:lvl1pPr>
            <a:lvl2pPr indent="-228600" lvl="1" marL="914400" algn="l">
              <a:lnSpc>
                <a:spcPct val="90000"/>
              </a:lnSpc>
              <a:spcBef>
                <a:spcPts val="500"/>
              </a:spcBef>
              <a:spcAft>
                <a:spcPts val="0"/>
              </a:spcAft>
              <a:buSzPts val="2000"/>
              <a:buNone/>
              <a:defRPr sz="2000">
                <a:solidFill>
                  <a:srgbClr val="888888"/>
                </a:solidFill>
              </a:defRPr>
            </a:lvl2pPr>
            <a:lvl3pPr indent="-228600" lvl="2" marL="1371600" algn="l">
              <a:lnSpc>
                <a:spcPct val="90000"/>
              </a:lnSpc>
              <a:spcBef>
                <a:spcPts val="500"/>
              </a:spcBef>
              <a:spcAft>
                <a:spcPts val="0"/>
              </a:spcAft>
              <a:buSzPts val="1800"/>
              <a:buNone/>
              <a:defRPr sz="1800">
                <a:solidFill>
                  <a:srgbClr val="888888"/>
                </a:solidFill>
              </a:defRPr>
            </a:lvl3pPr>
            <a:lvl4pPr indent="-228600" lvl="3" marL="1828800" algn="l">
              <a:lnSpc>
                <a:spcPct val="90000"/>
              </a:lnSpc>
              <a:spcBef>
                <a:spcPts val="500"/>
              </a:spcBef>
              <a:spcAft>
                <a:spcPts val="0"/>
              </a:spcAft>
              <a:buSzPts val="1600"/>
              <a:buNone/>
              <a:defRPr sz="1600">
                <a:solidFill>
                  <a:srgbClr val="888888"/>
                </a:solidFill>
              </a:defRPr>
            </a:lvl4pPr>
            <a:lvl5pPr indent="-228600" lvl="4" marL="2286000" algn="l">
              <a:lnSpc>
                <a:spcPct val="90000"/>
              </a:lnSpc>
              <a:spcBef>
                <a:spcPts val="500"/>
              </a:spcBef>
              <a:spcAft>
                <a:spcPts val="0"/>
              </a:spcAft>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5" name="Google Shape;25;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00134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001344"/>
                </a:solidFill>
                <a:latin typeface="Calibri"/>
                <a:ea typeface="Calibri"/>
                <a:cs typeface="Calibri"/>
                <a:sym typeface="Calibri"/>
              </a:defRPr>
            </a:lvl1pPr>
            <a:lvl2pPr indent="0" lvl="1" marL="0" algn="r">
              <a:spcBef>
                <a:spcPts val="0"/>
              </a:spcBef>
              <a:buNone/>
              <a:defRPr b="0" i="0" sz="1200" u="none" cap="none" strike="noStrike">
                <a:solidFill>
                  <a:srgbClr val="001344"/>
                </a:solidFill>
                <a:latin typeface="Calibri"/>
                <a:ea typeface="Calibri"/>
                <a:cs typeface="Calibri"/>
                <a:sym typeface="Calibri"/>
              </a:defRPr>
            </a:lvl2pPr>
            <a:lvl3pPr indent="0" lvl="2" marL="0" algn="r">
              <a:spcBef>
                <a:spcPts val="0"/>
              </a:spcBef>
              <a:buNone/>
              <a:defRPr b="0" i="0" sz="1200" u="none" cap="none" strike="noStrike">
                <a:solidFill>
                  <a:srgbClr val="001344"/>
                </a:solidFill>
                <a:latin typeface="Calibri"/>
                <a:ea typeface="Calibri"/>
                <a:cs typeface="Calibri"/>
                <a:sym typeface="Calibri"/>
              </a:defRPr>
            </a:lvl3pPr>
            <a:lvl4pPr indent="0" lvl="3" marL="0" algn="r">
              <a:spcBef>
                <a:spcPts val="0"/>
              </a:spcBef>
              <a:buNone/>
              <a:defRPr b="0" i="0" sz="1200" u="none" cap="none" strike="noStrike">
                <a:solidFill>
                  <a:srgbClr val="001344"/>
                </a:solidFill>
                <a:latin typeface="Calibri"/>
                <a:ea typeface="Calibri"/>
                <a:cs typeface="Calibri"/>
                <a:sym typeface="Calibri"/>
              </a:defRPr>
            </a:lvl4pPr>
            <a:lvl5pPr indent="0" lvl="4" marL="0" algn="r">
              <a:spcBef>
                <a:spcPts val="0"/>
              </a:spcBef>
              <a:buNone/>
              <a:defRPr b="0" i="0" sz="1200" u="none" cap="none" strike="noStrike">
                <a:solidFill>
                  <a:srgbClr val="001344"/>
                </a:solidFill>
                <a:latin typeface="Calibri"/>
                <a:ea typeface="Calibri"/>
                <a:cs typeface="Calibri"/>
                <a:sym typeface="Calibri"/>
              </a:defRPr>
            </a:lvl5pPr>
            <a:lvl6pPr indent="0" lvl="5" marL="0" algn="r">
              <a:spcBef>
                <a:spcPts val="0"/>
              </a:spcBef>
              <a:buNone/>
              <a:defRPr b="0" i="0" sz="1200" u="none" cap="none" strike="noStrike">
                <a:solidFill>
                  <a:srgbClr val="001344"/>
                </a:solidFill>
                <a:latin typeface="Calibri"/>
                <a:ea typeface="Calibri"/>
                <a:cs typeface="Calibri"/>
                <a:sym typeface="Calibri"/>
              </a:defRPr>
            </a:lvl6pPr>
            <a:lvl7pPr indent="0" lvl="6" marL="0" algn="r">
              <a:spcBef>
                <a:spcPts val="0"/>
              </a:spcBef>
              <a:buNone/>
              <a:defRPr b="0" i="0" sz="1200" u="none" cap="none" strike="noStrike">
                <a:solidFill>
                  <a:srgbClr val="001344"/>
                </a:solidFill>
                <a:latin typeface="Calibri"/>
                <a:ea typeface="Calibri"/>
                <a:cs typeface="Calibri"/>
                <a:sym typeface="Calibri"/>
              </a:defRPr>
            </a:lvl7pPr>
            <a:lvl8pPr indent="0" lvl="7" marL="0" algn="r">
              <a:spcBef>
                <a:spcPts val="0"/>
              </a:spcBef>
              <a:buNone/>
              <a:defRPr b="0" i="0" sz="1200" u="none" cap="none" strike="noStrike">
                <a:solidFill>
                  <a:srgbClr val="001344"/>
                </a:solidFill>
                <a:latin typeface="Calibri"/>
                <a:ea typeface="Calibri"/>
                <a:cs typeface="Calibri"/>
                <a:sym typeface="Calibri"/>
              </a:defRPr>
            </a:lvl8pPr>
            <a:lvl9pPr indent="0" lvl="8" marL="0" algn="r">
              <a:spcBef>
                <a:spcPts val="0"/>
              </a:spcBef>
              <a:buNone/>
              <a:defRPr b="0" i="0" sz="1200" u="none" cap="none" strike="noStrike">
                <a:solidFill>
                  <a:srgbClr val="001344"/>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7" name="Shape 27"/>
        <p:cNvGrpSpPr/>
        <p:nvPr/>
      </p:nvGrpSpPr>
      <p:grpSpPr>
        <a:xfrm>
          <a:off x="0" y="0"/>
          <a:ext cx="0" cy="0"/>
          <a:chOff x="0" y="0"/>
          <a:chExt cx="0" cy="0"/>
        </a:xfrm>
      </p:grpSpPr>
      <p:sp>
        <p:nvSpPr>
          <p:cNvPr id="28" name="Google Shape;28;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D9AC63"/>
              </a:buClr>
              <a:buSzPts val="4400"/>
              <a:buFont typeface="Proxima Nova"/>
              <a:buNone/>
              <a:defRPr>
                <a:solidFill>
                  <a:srgbClr val="D9AC63"/>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838200" y="1825625"/>
            <a:ext cx="5181600" cy="3821549"/>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SzPts val="2800"/>
              <a:buFont typeface="Noto Sans Symbols"/>
              <a:buChar char="▪"/>
              <a:defRPr>
                <a:solidFill>
                  <a:srgbClr val="F2F2F2"/>
                </a:solidFill>
                <a:latin typeface="Proxima Nova"/>
                <a:ea typeface="Proxima Nova"/>
                <a:cs typeface="Proxima Nova"/>
                <a:sym typeface="Proxima Nova"/>
              </a:defRPr>
            </a:lvl1pPr>
            <a:lvl2pPr indent="-381000" lvl="1" marL="914400" algn="l">
              <a:lnSpc>
                <a:spcPct val="90000"/>
              </a:lnSpc>
              <a:spcBef>
                <a:spcPts val="500"/>
              </a:spcBef>
              <a:spcAft>
                <a:spcPts val="0"/>
              </a:spcAft>
              <a:buSzPts val="2400"/>
              <a:buFont typeface="Noto Sans Symbols"/>
              <a:buChar char="▪"/>
              <a:defRPr>
                <a:solidFill>
                  <a:srgbClr val="F2F2F2"/>
                </a:solidFill>
                <a:latin typeface="Proxima Nova"/>
                <a:ea typeface="Proxima Nova"/>
                <a:cs typeface="Proxima Nova"/>
                <a:sym typeface="Proxima Nova"/>
              </a:defRPr>
            </a:lvl2pPr>
            <a:lvl3pPr indent="-355600" lvl="2" marL="1371600" algn="l">
              <a:lnSpc>
                <a:spcPct val="90000"/>
              </a:lnSpc>
              <a:spcBef>
                <a:spcPts val="500"/>
              </a:spcBef>
              <a:spcAft>
                <a:spcPts val="0"/>
              </a:spcAft>
              <a:buSzPts val="2000"/>
              <a:buFont typeface="Noto Sans Symbols"/>
              <a:buChar char="▪"/>
              <a:defRPr>
                <a:solidFill>
                  <a:srgbClr val="F2F2F2"/>
                </a:solidFill>
                <a:latin typeface="Proxima Nova"/>
                <a:ea typeface="Proxima Nova"/>
                <a:cs typeface="Proxima Nova"/>
                <a:sym typeface="Proxima Nova"/>
              </a:defRPr>
            </a:lvl3pPr>
            <a:lvl4pPr indent="-342900" lvl="3" marL="1828800" algn="l">
              <a:lnSpc>
                <a:spcPct val="90000"/>
              </a:lnSpc>
              <a:spcBef>
                <a:spcPts val="500"/>
              </a:spcBef>
              <a:spcAft>
                <a:spcPts val="0"/>
              </a:spcAft>
              <a:buSzPts val="1800"/>
              <a:buFont typeface="Noto Sans Symbols"/>
              <a:buChar char="▪"/>
              <a:defRPr>
                <a:solidFill>
                  <a:srgbClr val="F2F2F2"/>
                </a:solidFill>
                <a:latin typeface="Proxima Nova"/>
                <a:ea typeface="Proxima Nova"/>
                <a:cs typeface="Proxima Nova"/>
                <a:sym typeface="Proxima Nova"/>
              </a:defRPr>
            </a:lvl4pPr>
            <a:lvl5pPr indent="-342900" lvl="4" marL="2286000" algn="l">
              <a:lnSpc>
                <a:spcPct val="90000"/>
              </a:lnSpc>
              <a:spcBef>
                <a:spcPts val="500"/>
              </a:spcBef>
              <a:spcAft>
                <a:spcPts val="0"/>
              </a:spcAft>
              <a:buSzPts val="1800"/>
              <a:buFont typeface="Noto Sans Symbols"/>
              <a:buChar char="▪"/>
              <a:defRPr>
                <a:solidFill>
                  <a:srgbClr val="F2F2F2"/>
                </a:solidFill>
                <a:latin typeface="Proxima Nova"/>
                <a:ea typeface="Proxima Nova"/>
                <a:cs typeface="Proxima Nova"/>
                <a:sym typeface="Proxima Nova"/>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5"/>
          <p:cNvSpPr txBox="1"/>
          <p:nvPr>
            <p:ph idx="2" type="body"/>
          </p:nvPr>
        </p:nvSpPr>
        <p:spPr>
          <a:xfrm>
            <a:off x="6172200" y="1825625"/>
            <a:ext cx="5181600" cy="3821549"/>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SzPts val="2800"/>
              <a:buFont typeface="Noto Sans Symbols"/>
              <a:buChar char="▪"/>
              <a:defRPr>
                <a:solidFill>
                  <a:srgbClr val="F2F2F2"/>
                </a:solidFill>
                <a:latin typeface="Proxima Nova"/>
                <a:ea typeface="Proxima Nova"/>
                <a:cs typeface="Proxima Nova"/>
                <a:sym typeface="Proxima Nova"/>
              </a:defRPr>
            </a:lvl1pPr>
            <a:lvl2pPr indent="-381000" lvl="1" marL="914400" algn="l">
              <a:lnSpc>
                <a:spcPct val="90000"/>
              </a:lnSpc>
              <a:spcBef>
                <a:spcPts val="500"/>
              </a:spcBef>
              <a:spcAft>
                <a:spcPts val="0"/>
              </a:spcAft>
              <a:buSzPts val="2400"/>
              <a:buFont typeface="Noto Sans Symbols"/>
              <a:buChar char="▪"/>
              <a:defRPr>
                <a:solidFill>
                  <a:srgbClr val="F2F2F2"/>
                </a:solidFill>
                <a:latin typeface="Proxima Nova"/>
                <a:ea typeface="Proxima Nova"/>
                <a:cs typeface="Proxima Nova"/>
                <a:sym typeface="Proxima Nova"/>
              </a:defRPr>
            </a:lvl2pPr>
            <a:lvl3pPr indent="-355600" lvl="2" marL="1371600" algn="l">
              <a:lnSpc>
                <a:spcPct val="90000"/>
              </a:lnSpc>
              <a:spcBef>
                <a:spcPts val="500"/>
              </a:spcBef>
              <a:spcAft>
                <a:spcPts val="0"/>
              </a:spcAft>
              <a:buSzPts val="2000"/>
              <a:buFont typeface="Noto Sans Symbols"/>
              <a:buChar char="▪"/>
              <a:defRPr>
                <a:solidFill>
                  <a:srgbClr val="F2F2F2"/>
                </a:solidFill>
                <a:latin typeface="Proxima Nova"/>
                <a:ea typeface="Proxima Nova"/>
                <a:cs typeface="Proxima Nova"/>
                <a:sym typeface="Proxima Nova"/>
              </a:defRPr>
            </a:lvl3pPr>
            <a:lvl4pPr indent="-342900" lvl="3" marL="1828800" algn="l">
              <a:lnSpc>
                <a:spcPct val="90000"/>
              </a:lnSpc>
              <a:spcBef>
                <a:spcPts val="500"/>
              </a:spcBef>
              <a:spcAft>
                <a:spcPts val="0"/>
              </a:spcAft>
              <a:buSzPts val="1800"/>
              <a:buFont typeface="Noto Sans Symbols"/>
              <a:buChar char="▪"/>
              <a:defRPr>
                <a:solidFill>
                  <a:srgbClr val="F2F2F2"/>
                </a:solidFill>
                <a:latin typeface="Proxima Nova"/>
                <a:ea typeface="Proxima Nova"/>
                <a:cs typeface="Proxima Nova"/>
                <a:sym typeface="Proxima Nova"/>
              </a:defRPr>
            </a:lvl4pPr>
            <a:lvl5pPr indent="-342900" lvl="4" marL="2286000" algn="l">
              <a:lnSpc>
                <a:spcPct val="90000"/>
              </a:lnSpc>
              <a:spcBef>
                <a:spcPts val="500"/>
              </a:spcBef>
              <a:spcAft>
                <a:spcPts val="0"/>
              </a:spcAft>
              <a:buSzPts val="1800"/>
              <a:buFont typeface="Noto Sans Symbols"/>
              <a:buChar char="▪"/>
              <a:defRPr>
                <a:solidFill>
                  <a:srgbClr val="F2F2F2"/>
                </a:solidFill>
                <a:latin typeface="Proxima Nova"/>
                <a:ea typeface="Proxima Nova"/>
                <a:cs typeface="Proxima Nova"/>
                <a:sym typeface="Proxima Nova"/>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00134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001344"/>
                </a:solidFill>
                <a:latin typeface="Calibri"/>
                <a:ea typeface="Calibri"/>
                <a:cs typeface="Calibri"/>
                <a:sym typeface="Calibri"/>
              </a:defRPr>
            </a:lvl1pPr>
            <a:lvl2pPr indent="0" lvl="1" marL="0" algn="r">
              <a:spcBef>
                <a:spcPts val="0"/>
              </a:spcBef>
              <a:buNone/>
              <a:defRPr b="0" i="0" sz="1200" u="none" cap="none" strike="noStrike">
                <a:solidFill>
                  <a:srgbClr val="001344"/>
                </a:solidFill>
                <a:latin typeface="Calibri"/>
                <a:ea typeface="Calibri"/>
                <a:cs typeface="Calibri"/>
                <a:sym typeface="Calibri"/>
              </a:defRPr>
            </a:lvl2pPr>
            <a:lvl3pPr indent="0" lvl="2" marL="0" algn="r">
              <a:spcBef>
                <a:spcPts val="0"/>
              </a:spcBef>
              <a:buNone/>
              <a:defRPr b="0" i="0" sz="1200" u="none" cap="none" strike="noStrike">
                <a:solidFill>
                  <a:srgbClr val="001344"/>
                </a:solidFill>
                <a:latin typeface="Calibri"/>
                <a:ea typeface="Calibri"/>
                <a:cs typeface="Calibri"/>
                <a:sym typeface="Calibri"/>
              </a:defRPr>
            </a:lvl3pPr>
            <a:lvl4pPr indent="0" lvl="3" marL="0" algn="r">
              <a:spcBef>
                <a:spcPts val="0"/>
              </a:spcBef>
              <a:buNone/>
              <a:defRPr b="0" i="0" sz="1200" u="none" cap="none" strike="noStrike">
                <a:solidFill>
                  <a:srgbClr val="001344"/>
                </a:solidFill>
                <a:latin typeface="Calibri"/>
                <a:ea typeface="Calibri"/>
                <a:cs typeface="Calibri"/>
                <a:sym typeface="Calibri"/>
              </a:defRPr>
            </a:lvl4pPr>
            <a:lvl5pPr indent="0" lvl="4" marL="0" algn="r">
              <a:spcBef>
                <a:spcPts val="0"/>
              </a:spcBef>
              <a:buNone/>
              <a:defRPr b="0" i="0" sz="1200" u="none" cap="none" strike="noStrike">
                <a:solidFill>
                  <a:srgbClr val="001344"/>
                </a:solidFill>
                <a:latin typeface="Calibri"/>
                <a:ea typeface="Calibri"/>
                <a:cs typeface="Calibri"/>
                <a:sym typeface="Calibri"/>
              </a:defRPr>
            </a:lvl5pPr>
            <a:lvl6pPr indent="0" lvl="5" marL="0" algn="r">
              <a:spcBef>
                <a:spcPts val="0"/>
              </a:spcBef>
              <a:buNone/>
              <a:defRPr b="0" i="0" sz="1200" u="none" cap="none" strike="noStrike">
                <a:solidFill>
                  <a:srgbClr val="001344"/>
                </a:solidFill>
                <a:latin typeface="Calibri"/>
                <a:ea typeface="Calibri"/>
                <a:cs typeface="Calibri"/>
                <a:sym typeface="Calibri"/>
              </a:defRPr>
            </a:lvl6pPr>
            <a:lvl7pPr indent="0" lvl="6" marL="0" algn="r">
              <a:spcBef>
                <a:spcPts val="0"/>
              </a:spcBef>
              <a:buNone/>
              <a:defRPr b="0" i="0" sz="1200" u="none" cap="none" strike="noStrike">
                <a:solidFill>
                  <a:srgbClr val="001344"/>
                </a:solidFill>
                <a:latin typeface="Calibri"/>
                <a:ea typeface="Calibri"/>
                <a:cs typeface="Calibri"/>
                <a:sym typeface="Calibri"/>
              </a:defRPr>
            </a:lvl7pPr>
            <a:lvl8pPr indent="0" lvl="7" marL="0" algn="r">
              <a:spcBef>
                <a:spcPts val="0"/>
              </a:spcBef>
              <a:buNone/>
              <a:defRPr b="0" i="0" sz="1200" u="none" cap="none" strike="noStrike">
                <a:solidFill>
                  <a:srgbClr val="001344"/>
                </a:solidFill>
                <a:latin typeface="Calibri"/>
                <a:ea typeface="Calibri"/>
                <a:cs typeface="Calibri"/>
                <a:sym typeface="Calibri"/>
              </a:defRPr>
            </a:lvl8pPr>
            <a:lvl9pPr indent="0" lvl="8" marL="0" algn="r">
              <a:spcBef>
                <a:spcPts val="0"/>
              </a:spcBef>
              <a:buNone/>
              <a:defRPr b="0" i="0" sz="1200" u="none" cap="none" strike="noStrike">
                <a:solidFill>
                  <a:srgbClr val="001344"/>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3" name="Shape 33"/>
        <p:cNvGrpSpPr/>
        <p:nvPr/>
      </p:nvGrpSpPr>
      <p:grpSpPr>
        <a:xfrm>
          <a:off x="0" y="0"/>
          <a:ext cx="0" cy="0"/>
          <a:chOff x="0" y="0"/>
          <a:chExt cx="0" cy="0"/>
        </a:xfrm>
      </p:grpSpPr>
      <p:sp>
        <p:nvSpPr>
          <p:cNvPr id="34" name="Google Shape;34;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D9AC63"/>
              </a:buClr>
              <a:buSzPts val="4400"/>
              <a:buFont typeface="Proxima Nova"/>
              <a:buNone/>
              <a:defRPr>
                <a:solidFill>
                  <a:srgbClr val="D9AC63"/>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SzPts val="2400"/>
              <a:buNone/>
              <a:defRPr b="1" sz="2400">
                <a:solidFill>
                  <a:schemeClr val="lt1"/>
                </a:solidFill>
                <a:latin typeface="Proxima Nova"/>
                <a:ea typeface="Proxima Nova"/>
                <a:cs typeface="Proxima Nova"/>
                <a:sym typeface="Proxima Nova"/>
              </a:defRPr>
            </a:lvl1pPr>
            <a:lvl2pPr indent="-228600" lvl="1" marL="914400" algn="l">
              <a:lnSpc>
                <a:spcPct val="90000"/>
              </a:lnSpc>
              <a:spcBef>
                <a:spcPts val="500"/>
              </a:spcBef>
              <a:spcAft>
                <a:spcPts val="0"/>
              </a:spcAft>
              <a:buSzPts val="2000"/>
              <a:buNone/>
              <a:defRPr b="1" sz="2000"/>
            </a:lvl2pPr>
            <a:lvl3pPr indent="-228600" lvl="2" marL="1371600" algn="l">
              <a:lnSpc>
                <a:spcPct val="90000"/>
              </a:lnSpc>
              <a:spcBef>
                <a:spcPts val="500"/>
              </a:spcBef>
              <a:spcAft>
                <a:spcPts val="0"/>
              </a:spcAft>
              <a:buSzPts val="1800"/>
              <a:buNone/>
              <a:defRPr b="1" sz="1800"/>
            </a:lvl3pPr>
            <a:lvl4pPr indent="-228600" lvl="3" marL="1828800" algn="l">
              <a:lnSpc>
                <a:spcPct val="90000"/>
              </a:lnSpc>
              <a:spcBef>
                <a:spcPts val="500"/>
              </a:spcBef>
              <a:spcAft>
                <a:spcPts val="0"/>
              </a:spcAft>
              <a:buSzPts val="1600"/>
              <a:buNone/>
              <a:defRPr b="1" sz="1600"/>
            </a:lvl4pPr>
            <a:lvl5pPr indent="-228600" lvl="4" marL="2286000" algn="l">
              <a:lnSpc>
                <a:spcPct val="90000"/>
              </a:lnSpc>
              <a:spcBef>
                <a:spcPts val="500"/>
              </a:spcBef>
              <a:spcAft>
                <a:spcPts val="0"/>
              </a:spcAft>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6" name="Google Shape;36;p6"/>
          <p:cNvSpPr txBox="1"/>
          <p:nvPr>
            <p:ph idx="2" type="body"/>
          </p:nvPr>
        </p:nvSpPr>
        <p:spPr>
          <a:xfrm>
            <a:off x="839788" y="2505075"/>
            <a:ext cx="5157787" cy="313205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SzPts val="2800"/>
              <a:buFont typeface="Noto Sans Symbols"/>
              <a:buChar char="▪"/>
              <a:defRPr>
                <a:solidFill>
                  <a:schemeClr val="lt1"/>
                </a:solidFill>
                <a:latin typeface="Proxima Nova"/>
                <a:ea typeface="Proxima Nova"/>
                <a:cs typeface="Proxima Nova"/>
                <a:sym typeface="Proxima Nova"/>
              </a:defRPr>
            </a:lvl1pPr>
            <a:lvl2pPr indent="-381000" lvl="1" marL="914400" algn="l">
              <a:lnSpc>
                <a:spcPct val="90000"/>
              </a:lnSpc>
              <a:spcBef>
                <a:spcPts val="500"/>
              </a:spcBef>
              <a:spcAft>
                <a:spcPts val="0"/>
              </a:spcAft>
              <a:buSzPts val="2400"/>
              <a:buFont typeface="Noto Sans Symbols"/>
              <a:buChar char="▪"/>
              <a:defRPr>
                <a:solidFill>
                  <a:schemeClr val="lt1"/>
                </a:solidFill>
                <a:latin typeface="Proxima Nova"/>
                <a:ea typeface="Proxima Nova"/>
                <a:cs typeface="Proxima Nova"/>
                <a:sym typeface="Proxima Nova"/>
              </a:defRPr>
            </a:lvl2pPr>
            <a:lvl3pPr indent="-355600" lvl="2" marL="1371600" algn="l">
              <a:lnSpc>
                <a:spcPct val="90000"/>
              </a:lnSpc>
              <a:spcBef>
                <a:spcPts val="500"/>
              </a:spcBef>
              <a:spcAft>
                <a:spcPts val="0"/>
              </a:spcAft>
              <a:buSzPts val="2000"/>
              <a:buFont typeface="Noto Sans Symbols"/>
              <a:buChar char="▪"/>
              <a:defRPr>
                <a:solidFill>
                  <a:schemeClr val="lt1"/>
                </a:solidFill>
                <a:latin typeface="Proxima Nova"/>
                <a:ea typeface="Proxima Nova"/>
                <a:cs typeface="Proxima Nova"/>
                <a:sym typeface="Proxima Nova"/>
              </a:defRPr>
            </a:lvl3pPr>
            <a:lvl4pPr indent="-342900" lvl="3" marL="1828800" algn="l">
              <a:lnSpc>
                <a:spcPct val="90000"/>
              </a:lnSpc>
              <a:spcBef>
                <a:spcPts val="500"/>
              </a:spcBef>
              <a:spcAft>
                <a:spcPts val="0"/>
              </a:spcAft>
              <a:buSzPts val="1800"/>
              <a:buFont typeface="Noto Sans Symbols"/>
              <a:buChar char="▪"/>
              <a:defRPr>
                <a:solidFill>
                  <a:schemeClr val="lt1"/>
                </a:solidFill>
                <a:latin typeface="Proxima Nova"/>
                <a:ea typeface="Proxima Nova"/>
                <a:cs typeface="Proxima Nova"/>
                <a:sym typeface="Proxima Nova"/>
              </a:defRPr>
            </a:lvl4pPr>
            <a:lvl5pPr indent="-342900" lvl="4" marL="2286000" algn="l">
              <a:lnSpc>
                <a:spcPct val="90000"/>
              </a:lnSpc>
              <a:spcBef>
                <a:spcPts val="500"/>
              </a:spcBef>
              <a:spcAft>
                <a:spcPts val="0"/>
              </a:spcAft>
              <a:buSzPts val="1800"/>
              <a:buFont typeface="Noto Sans Symbols"/>
              <a:buChar char="▪"/>
              <a:defRPr>
                <a:solidFill>
                  <a:schemeClr val="lt1"/>
                </a:solidFill>
                <a:latin typeface="Proxima Nova"/>
                <a:ea typeface="Proxima Nova"/>
                <a:cs typeface="Proxima Nova"/>
                <a:sym typeface="Proxima Nova"/>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SzPts val="2400"/>
              <a:buNone/>
              <a:defRPr b="1" sz="2400">
                <a:solidFill>
                  <a:schemeClr val="lt1"/>
                </a:solidFill>
                <a:latin typeface="Proxima Nova"/>
                <a:ea typeface="Proxima Nova"/>
                <a:cs typeface="Proxima Nova"/>
                <a:sym typeface="Proxima Nova"/>
              </a:defRPr>
            </a:lvl1pPr>
            <a:lvl2pPr indent="-228600" lvl="1" marL="914400" algn="l">
              <a:lnSpc>
                <a:spcPct val="90000"/>
              </a:lnSpc>
              <a:spcBef>
                <a:spcPts val="500"/>
              </a:spcBef>
              <a:spcAft>
                <a:spcPts val="0"/>
              </a:spcAft>
              <a:buSzPts val="2000"/>
              <a:buNone/>
              <a:defRPr b="1" sz="2000"/>
            </a:lvl2pPr>
            <a:lvl3pPr indent="-228600" lvl="2" marL="1371600" algn="l">
              <a:lnSpc>
                <a:spcPct val="90000"/>
              </a:lnSpc>
              <a:spcBef>
                <a:spcPts val="500"/>
              </a:spcBef>
              <a:spcAft>
                <a:spcPts val="0"/>
              </a:spcAft>
              <a:buSzPts val="1800"/>
              <a:buNone/>
              <a:defRPr b="1" sz="1800"/>
            </a:lvl3pPr>
            <a:lvl4pPr indent="-228600" lvl="3" marL="1828800" algn="l">
              <a:lnSpc>
                <a:spcPct val="90000"/>
              </a:lnSpc>
              <a:spcBef>
                <a:spcPts val="500"/>
              </a:spcBef>
              <a:spcAft>
                <a:spcPts val="0"/>
              </a:spcAft>
              <a:buSzPts val="1600"/>
              <a:buNone/>
              <a:defRPr b="1" sz="1600"/>
            </a:lvl4pPr>
            <a:lvl5pPr indent="-228600" lvl="4" marL="2286000" algn="l">
              <a:lnSpc>
                <a:spcPct val="90000"/>
              </a:lnSpc>
              <a:spcBef>
                <a:spcPts val="500"/>
              </a:spcBef>
              <a:spcAft>
                <a:spcPts val="0"/>
              </a:spcAft>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8" name="Google Shape;38;p6"/>
          <p:cNvSpPr txBox="1"/>
          <p:nvPr>
            <p:ph idx="4" type="body"/>
          </p:nvPr>
        </p:nvSpPr>
        <p:spPr>
          <a:xfrm>
            <a:off x="6172200" y="2505075"/>
            <a:ext cx="5183188" cy="313205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SzPts val="2800"/>
              <a:buFont typeface="Noto Sans Symbols"/>
              <a:buChar char="▪"/>
              <a:defRPr>
                <a:solidFill>
                  <a:schemeClr val="lt1"/>
                </a:solidFill>
                <a:latin typeface="Proxima Nova"/>
                <a:ea typeface="Proxima Nova"/>
                <a:cs typeface="Proxima Nova"/>
                <a:sym typeface="Proxima Nova"/>
              </a:defRPr>
            </a:lvl1pPr>
            <a:lvl2pPr indent="-381000" lvl="1" marL="914400" algn="l">
              <a:lnSpc>
                <a:spcPct val="90000"/>
              </a:lnSpc>
              <a:spcBef>
                <a:spcPts val="500"/>
              </a:spcBef>
              <a:spcAft>
                <a:spcPts val="0"/>
              </a:spcAft>
              <a:buSzPts val="2400"/>
              <a:buFont typeface="Noto Sans Symbols"/>
              <a:buChar char="▪"/>
              <a:defRPr>
                <a:solidFill>
                  <a:schemeClr val="lt1"/>
                </a:solidFill>
                <a:latin typeface="Proxima Nova"/>
                <a:ea typeface="Proxima Nova"/>
                <a:cs typeface="Proxima Nova"/>
                <a:sym typeface="Proxima Nova"/>
              </a:defRPr>
            </a:lvl2pPr>
            <a:lvl3pPr indent="-355600" lvl="2" marL="1371600" algn="l">
              <a:lnSpc>
                <a:spcPct val="90000"/>
              </a:lnSpc>
              <a:spcBef>
                <a:spcPts val="500"/>
              </a:spcBef>
              <a:spcAft>
                <a:spcPts val="0"/>
              </a:spcAft>
              <a:buSzPts val="2000"/>
              <a:buFont typeface="Noto Sans Symbols"/>
              <a:buChar char="▪"/>
              <a:defRPr>
                <a:solidFill>
                  <a:schemeClr val="lt1"/>
                </a:solidFill>
                <a:latin typeface="Proxima Nova"/>
                <a:ea typeface="Proxima Nova"/>
                <a:cs typeface="Proxima Nova"/>
                <a:sym typeface="Proxima Nova"/>
              </a:defRPr>
            </a:lvl3pPr>
            <a:lvl4pPr indent="-342900" lvl="3" marL="1828800" algn="l">
              <a:lnSpc>
                <a:spcPct val="90000"/>
              </a:lnSpc>
              <a:spcBef>
                <a:spcPts val="500"/>
              </a:spcBef>
              <a:spcAft>
                <a:spcPts val="0"/>
              </a:spcAft>
              <a:buSzPts val="1800"/>
              <a:buFont typeface="Noto Sans Symbols"/>
              <a:buChar char="▪"/>
              <a:defRPr>
                <a:solidFill>
                  <a:schemeClr val="lt1"/>
                </a:solidFill>
                <a:latin typeface="Proxima Nova"/>
                <a:ea typeface="Proxima Nova"/>
                <a:cs typeface="Proxima Nova"/>
                <a:sym typeface="Proxima Nova"/>
              </a:defRPr>
            </a:lvl4pPr>
            <a:lvl5pPr indent="-342900" lvl="4" marL="2286000" algn="l">
              <a:lnSpc>
                <a:spcPct val="90000"/>
              </a:lnSpc>
              <a:spcBef>
                <a:spcPts val="500"/>
              </a:spcBef>
              <a:spcAft>
                <a:spcPts val="0"/>
              </a:spcAft>
              <a:buSzPts val="1800"/>
              <a:buFont typeface="Noto Sans Symbols"/>
              <a:buChar char="▪"/>
              <a:defRPr>
                <a:solidFill>
                  <a:schemeClr val="lt1"/>
                </a:solidFill>
                <a:latin typeface="Proxima Nova"/>
                <a:ea typeface="Proxima Nova"/>
                <a:cs typeface="Proxima Nova"/>
                <a:sym typeface="Proxima Nova"/>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00134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001344"/>
                </a:solidFill>
                <a:latin typeface="Calibri"/>
                <a:ea typeface="Calibri"/>
                <a:cs typeface="Calibri"/>
                <a:sym typeface="Calibri"/>
              </a:defRPr>
            </a:lvl1pPr>
            <a:lvl2pPr indent="0" lvl="1" marL="0" algn="r">
              <a:spcBef>
                <a:spcPts val="0"/>
              </a:spcBef>
              <a:buNone/>
              <a:defRPr b="0" i="0" sz="1200" u="none" cap="none" strike="noStrike">
                <a:solidFill>
                  <a:srgbClr val="001344"/>
                </a:solidFill>
                <a:latin typeface="Calibri"/>
                <a:ea typeface="Calibri"/>
                <a:cs typeface="Calibri"/>
                <a:sym typeface="Calibri"/>
              </a:defRPr>
            </a:lvl2pPr>
            <a:lvl3pPr indent="0" lvl="2" marL="0" algn="r">
              <a:spcBef>
                <a:spcPts val="0"/>
              </a:spcBef>
              <a:buNone/>
              <a:defRPr b="0" i="0" sz="1200" u="none" cap="none" strike="noStrike">
                <a:solidFill>
                  <a:srgbClr val="001344"/>
                </a:solidFill>
                <a:latin typeface="Calibri"/>
                <a:ea typeface="Calibri"/>
                <a:cs typeface="Calibri"/>
                <a:sym typeface="Calibri"/>
              </a:defRPr>
            </a:lvl3pPr>
            <a:lvl4pPr indent="0" lvl="3" marL="0" algn="r">
              <a:spcBef>
                <a:spcPts val="0"/>
              </a:spcBef>
              <a:buNone/>
              <a:defRPr b="0" i="0" sz="1200" u="none" cap="none" strike="noStrike">
                <a:solidFill>
                  <a:srgbClr val="001344"/>
                </a:solidFill>
                <a:latin typeface="Calibri"/>
                <a:ea typeface="Calibri"/>
                <a:cs typeface="Calibri"/>
                <a:sym typeface="Calibri"/>
              </a:defRPr>
            </a:lvl4pPr>
            <a:lvl5pPr indent="0" lvl="4" marL="0" algn="r">
              <a:spcBef>
                <a:spcPts val="0"/>
              </a:spcBef>
              <a:buNone/>
              <a:defRPr b="0" i="0" sz="1200" u="none" cap="none" strike="noStrike">
                <a:solidFill>
                  <a:srgbClr val="001344"/>
                </a:solidFill>
                <a:latin typeface="Calibri"/>
                <a:ea typeface="Calibri"/>
                <a:cs typeface="Calibri"/>
                <a:sym typeface="Calibri"/>
              </a:defRPr>
            </a:lvl5pPr>
            <a:lvl6pPr indent="0" lvl="5" marL="0" algn="r">
              <a:spcBef>
                <a:spcPts val="0"/>
              </a:spcBef>
              <a:buNone/>
              <a:defRPr b="0" i="0" sz="1200" u="none" cap="none" strike="noStrike">
                <a:solidFill>
                  <a:srgbClr val="001344"/>
                </a:solidFill>
                <a:latin typeface="Calibri"/>
                <a:ea typeface="Calibri"/>
                <a:cs typeface="Calibri"/>
                <a:sym typeface="Calibri"/>
              </a:defRPr>
            </a:lvl6pPr>
            <a:lvl7pPr indent="0" lvl="6" marL="0" algn="r">
              <a:spcBef>
                <a:spcPts val="0"/>
              </a:spcBef>
              <a:buNone/>
              <a:defRPr b="0" i="0" sz="1200" u="none" cap="none" strike="noStrike">
                <a:solidFill>
                  <a:srgbClr val="001344"/>
                </a:solidFill>
                <a:latin typeface="Calibri"/>
                <a:ea typeface="Calibri"/>
                <a:cs typeface="Calibri"/>
                <a:sym typeface="Calibri"/>
              </a:defRPr>
            </a:lvl7pPr>
            <a:lvl8pPr indent="0" lvl="7" marL="0" algn="r">
              <a:spcBef>
                <a:spcPts val="0"/>
              </a:spcBef>
              <a:buNone/>
              <a:defRPr b="0" i="0" sz="1200" u="none" cap="none" strike="noStrike">
                <a:solidFill>
                  <a:srgbClr val="001344"/>
                </a:solidFill>
                <a:latin typeface="Calibri"/>
                <a:ea typeface="Calibri"/>
                <a:cs typeface="Calibri"/>
                <a:sym typeface="Calibri"/>
              </a:defRPr>
            </a:lvl8pPr>
            <a:lvl9pPr indent="0" lvl="8" marL="0" algn="r">
              <a:spcBef>
                <a:spcPts val="0"/>
              </a:spcBef>
              <a:buNone/>
              <a:defRPr b="0" i="0" sz="1200" u="none" cap="none" strike="noStrike">
                <a:solidFill>
                  <a:srgbClr val="001344"/>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D9AC63"/>
              </a:buClr>
              <a:buSzPts val="5400"/>
              <a:buFont typeface="Proxima Nova"/>
              <a:buNone/>
              <a:defRPr i="1" sz="5400">
                <a:solidFill>
                  <a:srgbClr val="D9AC63"/>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00134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001344"/>
                </a:solidFill>
                <a:latin typeface="Calibri"/>
                <a:ea typeface="Calibri"/>
                <a:cs typeface="Calibri"/>
                <a:sym typeface="Calibri"/>
              </a:defRPr>
            </a:lvl1pPr>
            <a:lvl2pPr indent="0" lvl="1" marL="0" algn="r">
              <a:spcBef>
                <a:spcPts val="0"/>
              </a:spcBef>
              <a:buNone/>
              <a:defRPr b="0" i="0" sz="1200" u="none" cap="none" strike="noStrike">
                <a:solidFill>
                  <a:srgbClr val="001344"/>
                </a:solidFill>
                <a:latin typeface="Calibri"/>
                <a:ea typeface="Calibri"/>
                <a:cs typeface="Calibri"/>
                <a:sym typeface="Calibri"/>
              </a:defRPr>
            </a:lvl2pPr>
            <a:lvl3pPr indent="0" lvl="2" marL="0" algn="r">
              <a:spcBef>
                <a:spcPts val="0"/>
              </a:spcBef>
              <a:buNone/>
              <a:defRPr b="0" i="0" sz="1200" u="none" cap="none" strike="noStrike">
                <a:solidFill>
                  <a:srgbClr val="001344"/>
                </a:solidFill>
                <a:latin typeface="Calibri"/>
                <a:ea typeface="Calibri"/>
                <a:cs typeface="Calibri"/>
                <a:sym typeface="Calibri"/>
              </a:defRPr>
            </a:lvl3pPr>
            <a:lvl4pPr indent="0" lvl="3" marL="0" algn="r">
              <a:spcBef>
                <a:spcPts val="0"/>
              </a:spcBef>
              <a:buNone/>
              <a:defRPr b="0" i="0" sz="1200" u="none" cap="none" strike="noStrike">
                <a:solidFill>
                  <a:srgbClr val="001344"/>
                </a:solidFill>
                <a:latin typeface="Calibri"/>
                <a:ea typeface="Calibri"/>
                <a:cs typeface="Calibri"/>
                <a:sym typeface="Calibri"/>
              </a:defRPr>
            </a:lvl4pPr>
            <a:lvl5pPr indent="0" lvl="4" marL="0" algn="r">
              <a:spcBef>
                <a:spcPts val="0"/>
              </a:spcBef>
              <a:buNone/>
              <a:defRPr b="0" i="0" sz="1200" u="none" cap="none" strike="noStrike">
                <a:solidFill>
                  <a:srgbClr val="001344"/>
                </a:solidFill>
                <a:latin typeface="Calibri"/>
                <a:ea typeface="Calibri"/>
                <a:cs typeface="Calibri"/>
                <a:sym typeface="Calibri"/>
              </a:defRPr>
            </a:lvl5pPr>
            <a:lvl6pPr indent="0" lvl="5" marL="0" algn="r">
              <a:spcBef>
                <a:spcPts val="0"/>
              </a:spcBef>
              <a:buNone/>
              <a:defRPr b="0" i="0" sz="1200" u="none" cap="none" strike="noStrike">
                <a:solidFill>
                  <a:srgbClr val="001344"/>
                </a:solidFill>
                <a:latin typeface="Calibri"/>
                <a:ea typeface="Calibri"/>
                <a:cs typeface="Calibri"/>
                <a:sym typeface="Calibri"/>
              </a:defRPr>
            </a:lvl6pPr>
            <a:lvl7pPr indent="0" lvl="6" marL="0" algn="r">
              <a:spcBef>
                <a:spcPts val="0"/>
              </a:spcBef>
              <a:buNone/>
              <a:defRPr b="0" i="0" sz="1200" u="none" cap="none" strike="noStrike">
                <a:solidFill>
                  <a:srgbClr val="001344"/>
                </a:solidFill>
                <a:latin typeface="Calibri"/>
                <a:ea typeface="Calibri"/>
                <a:cs typeface="Calibri"/>
                <a:sym typeface="Calibri"/>
              </a:defRPr>
            </a:lvl7pPr>
            <a:lvl8pPr indent="0" lvl="7" marL="0" algn="r">
              <a:spcBef>
                <a:spcPts val="0"/>
              </a:spcBef>
              <a:buNone/>
              <a:defRPr b="0" i="0" sz="1200" u="none" cap="none" strike="noStrike">
                <a:solidFill>
                  <a:srgbClr val="001344"/>
                </a:solidFill>
                <a:latin typeface="Calibri"/>
                <a:ea typeface="Calibri"/>
                <a:cs typeface="Calibri"/>
                <a:sym typeface="Calibri"/>
              </a:defRPr>
            </a:lvl8pPr>
            <a:lvl9pPr indent="0" lvl="8" marL="0" algn="r">
              <a:spcBef>
                <a:spcPts val="0"/>
              </a:spcBef>
              <a:buNone/>
              <a:defRPr b="0" i="0" sz="1200" u="none" cap="none" strike="noStrike">
                <a:solidFill>
                  <a:srgbClr val="001344"/>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5" name="Shape 45"/>
        <p:cNvGrpSpPr/>
        <p:nvPr/>
      </p:nvGrpSpPr>
      <p:grpSpPr>
        <a:xfrm>
          <a:off x="0" y="0"/>
          <a:ext cx="0" cy="0"/>
          <a:chOff x="0" y="0"/>
          <a:chExt cx="0" cy="0"/>
        </a:xfrm>
      </p:grpSpPr>
      <p:sp>
        <p:nvSpPr>
          <p:cNvPr id="46" name="Google Shape;46;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00134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001344"/>
                </a:solidFill>
                <a:latin typeface="Calibri"/>
                <a:ea typeface="Calibri"/>
                <a:cs typeface="Calibri"/>
                <a:sym typeface="Calibri"/>
              </a:defRPr>
            </a:lvl1pPr>
            <a:lvl2pPr indent="0" lvl="1" marL="0" algn="r">
              <a:spcBef>
                <a:spcPts val="0"/>
              </a:spcBef>
              <a:buNone/>
              <a:defRPr b="0" i="0" sz="1200" u="none" cap="none" strike="noStrike">
                <a:solidFill>
                  <a:srgbClr val="001344"/>
                </a:solidFill>
                <a:latin typeface="Calibri"/>
                <a:ea typeface="Calibri"/>
                <a:cs typeface="Calibri"/>
                <a:sym typeface="Calibri"/>
              </a:defRPr>
            </a:lvl2pPr>
            <a:lvl3pPr indent="0" lvl="2" marL="0" algn="r">
              <a:spcBef>
                <a:spcPts val="0"/>
              </a:spcBef>
              <a:buNone/>
              <a:defRPr b="0" i="0" sz="1200" u="none" cap="none" strike="noStrike">
                <a:solidFill>
                  <a:srgbClr val="001344"/>
                </a:solidFill>
                <a:latin typeface="Calibri"/>
                <a:ea typeface="Calibri"/>
                <a:cs typeface="Calibri"/>
                <a:sym typeface="Calibri"/>
              </a:defRPr>
            </a:lvl3pPr>
            <a:lvl4pPr indent="0" lvl="3" marL="0" algn="r">
              <a:spcBef>
                <a:spcPts val="0"/>
              </a:spcBef>
              <a:buNone/>
              <a:defRPr b="0" i="0" sz="1200" u="none" cap="none" strike="noStrike">
                <a:solidFill>
                  <a:srgbClr val="001344"/>
                </a:solidFill>
                <a:latin typeface="Calibri"/>
                <a:ea typeface="Calibri"/>
                <a:cs typeface="Calibri"/>
                <a:sym typeface="Calibri"/>
              </a:defRPr>
            </a:lvl4pPr>
            <a:lvl5pPr indent="0" lvl="4" marL="0" algn="r">
              <a:spcBef>
                <a:spcPts val="0"/>
              </a:spcBef>
              <a:buNone/>
              <a:defRPr b="0" i="0" sz="1200" u="none" cap="none" strike="noStrike">
                <a:solidFill>
                  <a:srgbClr val="001344"/>
                </a:solidFill>
                <a:latin typeface="Calibri"/>
                <a:ea typeface="Calibri"/>
                <a:cs typeface="Calibri"/>
                <a:sym typeface="Calibri"/>
              </a:defRPr>
            </a:lvl5pPr>
            <a:lvl6pPr indent="0" lvl="5" marL="0" algn="r">
              <a:spcBef>
                <a:spcPts val="0"/>
              </a:spcBef>
              <a:buNone/>
              <a:defRPr b="0" i="0" sz="1200" u="none" cap="none" strike="noStrike">
                <a:solidFill>
                  <a:srgbClr val="001344"/>
                </a:solidFill>
                <a:latin typeface="Calibri"/>
                <a:ea typeface="Calibri"/>
                <a:cs typeface="Calibri"/>
                <a:sym typeface="Calibri"/>
              </a:defRPr>
            </a:lvl6pPr>
            <a:lvl7pPr indent="0" lvl="6" marL="0" algn="r">
              <a:spcBef>
                <a:spcPts val="0"/>
              </a:spcBef>
              <a:buNone/>
              <a:defRPr b="0" i="0" sz="1200" u="none" cap="none" strike="noStrike">
                <a:solidFill>
                  <a:srgbClr val="001344"/>
                </a:solidFill>
                <a:latin typeface="Calibri"/>
                <a:ea typeface="Calibri"/>
                <a:cs typeface="Calibri"/>
                <a:sym typeface="Calibri"/>
              </a:defRPr>
            </a:lvl7pPr>
            <a:lvl8pPr indent="0" lvl="7" marL="0" algn="r">
              <a:spcBef>
                <a:spcPts val="0"/>
              </a:spcBef>
              <a:buNone/>
              <a:defRPr b="0" i="0" sz="1200" u="none" cap="none" strike="noStrike">
                <a:solidFill>
                  <a:srgbClr val="001344"/>
                </a:solidFill>
                <a:latin typeface="Calibri"/>
                <a:ea typeface="Calibri"/>
                <a:cs typeface="Calibri"/>
                <a:sym typeface="Calibri"/>
              </a:defRPr>
            </a:lvl8pPr>
            <a:lvl9pPr indent="0" lvl="8" marL="0" algn="r">
              <a:spcBef>
                <a:spcPts val="0"/>
              </a:spcBef>
              <a:buNone/>
              <a:defRPr b="0" i="0" sz="1200" u="none" cap="none" strike="noStrike">
                <a:solidFill>
                  <a:srgbClr val="001344"/>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 Side Left">
  <p:cSld name="Blank with Side Left">
    <p:spTree>
      <p:nvGrpSpPr>
        <p:cNvPr id="48" name="Shape 48"/>
        <p:cNvGrpSpPr/>
        <p:nvPr/>
      </p:nvGrpSpPr>
      <p:grpSpPr>
        <a:xfrm>
          <a:off x="0" y="0"/>
          <a:ext cx="0" cy="0"/>
          <a:chOff x="0" y="0"/>
          <a:chExt cx="0" cy="0"/>
        </a:xfrm>
      </p:grpSpPr>
      <p:sp>
        <p:nvSpPr>
          <p:cNvPr id="49" name="Google Shape;49;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00134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001344"/>
                </a:solidFill>
                <a:latin typeface="Calibri"/>
                <a:ea typeface="Calibri"/>
                <a:cs typeface="Calibri"/>
                <a:sym typeface="Calibri"/>
              </a:defRPr>
            </a:lvl1pPr>
            <a:lvl2pPr indent="0" lvl="1" marL="0" algn="r">
              <a:spcBef>
                <a:spcPts val="0"/>
              </a:spcBef>
              <a:buNone/>
              <a:defRPr b="0" i="0" sz="1200" u="none" cap="none" strike="noStrike">
                <a:solidFill>
                  <a:srgbClr val="001344"/>
                </a:solidFill>
                <a:latin typeface="Calibri"/>
                <a:ea typeface="Calibri"/>
                <a:cs typeface="Calibri"/>
                <a:sym typeface="Calibri"/>
              </a:defRPr>
            </a:lvl2pPr>
            <a:lvl3pPr indent="0" lvl="2" marL="0" algn="r">
              <a:spcBef>
                <a:spcPts val="0"/>
              </a:spcBef>
              <a:buNone/>
              <a:defRPr b="0" i="0" sz="1200" u="none" cap="none" strike="noStrike">
                <a:solidFill>
                  <a:srgbClr val="001344"/>
                </a:solidFill>
                <a:latin typeface="Calibri"/>
                <a:ea typeface="Calibri"/>
                <a:cs typeface="Calibri"/>
                <a:sym typeface="Calibri"/>
              </a:defRPr>
            </a:lvl3pPr>
            <a:lvl4pPr indent="0" lvl="3" marL="0" algn="r">
              <a:spcBef>
                <a:spcPts val="0"/>
              </a:spcBef>
              <a:buNone/>
              <a:defRPr b="0" i="0" sz="1200" u="none" cap="none" strike="noStrike">
                <a:solidFill>
                  <a:srgbClr val="001344"/>
                </a:solidFill>
                <a:latin typeface="Calibri"/>
                <a:ea typeface="Calibri"/>
                <a:cs typeface="Calibri"/>
                <a:sym typeface="Calibri"/>
              </a:defRPr>
            </a:lvl4pPr>
            <a:lvl5pPr indent="0" lvl="4" marL="0" algn="r">
              <a:spcBef>
                <a:spcPts val="0"/>
              </a:spcBef>
              <a:buNone/>
              <a:defRPr b="0" i="0" sz="1200" u="none" cap="none" strike="noStrike">
                <a:solidFill>
                  <a:srgbClr val="001344"/>
                </a:solidFill>
                <a:latin typeface="Calibri"/>
                <a:ea typeface="Calibri"/>
                <a:cs typeface="Calibri"/>
                <a:sym typeface="Calibri"/>
              </a:defRPr>
            </a:lvl5pPr>
            <a:lvl6pPr indent="0" lvl="5" marL="0" algn="r">
              <a:spcBef>
                <a:spcPts val="0"/>
              </a:spcBef>
              <a:buNone/>
              <a:defRPr b="0" i="0" sz="1200" u="none" cap="none" strike="noStrike">
                <a:solidFill>
                  <a:srgbClr val="001344"/>
                </a:solidFill>
                <a:latin typeface="Calibri"/>
                <a:ea typeface="Calibri"/>
                <a:cs typeface="Calibri"/>
                <a:sym typeface="Calibri"/>
              </a:defRPr>
            </a:lvl6pPr>
            <a:lvl7pPr indent="0" lvl="6" marL="0" algn="r">
              <a:spcBef>
                <a:spcPts val="0"/>
              </a:spcBef>
              <a:buNone/>
              <a:defRPr b="0" i="0" sz="1200" u="none" cap="none" strike="noStrike">
                <a:solidFill>
                  <a:srgbClr val="001344"/>
                </a:solidFill>
                <a:latin typeface="Calibri"/>
                <a:ea typeface="Calibri"/>
                <a:cs typeface="Calibri"/>
                <a:sym typeface="Calibri"/>
              </a:defRPr>
            </a:lvl7pPr>
            <a:lvl8pPr indent="0" lvl="7" marL="0" algn="r">
              <a:spcBef>
                <a:spcPts val="0"/>
              </a:spcBef>
              <a:buNone/>
              <a:defRPr b="0" i="0" sz="1200" u="none" cap="none" strike="noStrike">
                <a:solidFill>
                  <a:srgbClr val="001344"/>
                </a:solidFill>
                <a:latin typeface="Calibri"/>
                <a:ea typeface="Calibri"/>
                <a:cs typeface="Calibri"/>
                <a:sym typeface="Calibri"/>
              </a:defRPr>
            </a:lvl8pPr>
            <a:lvl9pPr indent="0" lvl="8" marL="0" algn="r">
              <a:spcBef>
                <a:spcPts val="0"/>
              </a:spcBef>
              <a:buNone/>
              <a:defRPr b="0" i="0" sz="1200" u="none" cap="none" strike="noStrike">
                <a:solidFill>
                  <a:srgbClr val="001344"/>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51" name="Google Shape;51;p9"/>
          <p:cNvSpPr/>
          <p:nvPr/>
        </p:nvSpPr>
        <p:spPr>
          <a:xfrm>
            <a:off x="0" y="0"/>
            <a:ext cx="1333500" cy="6052930"/>
          </a:xfrm>
          <a:prstGeom prst="rtTriangle">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D9AC63"/>
              </a:solidFill>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 Side Right">
  <p:cSld name="Blank With Side Right">
    <p:spTree>
      <p:nvGrpSpPr>
        <p:cNvPr id="52" name="Shape 52"/>
        <p:cNvGrpSpPr/>
        <p:nvPr/>
      </p:nvGrpSpPr>
      <p:grpSpPr>
        <a:xfrm>
          <a:off x="0" y="0"/>
          <a:ext cx="0" cy="0"/>
          <a:chOff x="0" y="0"/>
          <a:chExt cx="0" cy="0"/>
        </a:xfrm>
      </p:grpSpPr>
      <p:sp>
        <p:nvSpPr>
          <p:cNvPr id="53" name="Google Shape;53;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00134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001344"/>
                </a:solidFill>
                <a:latin typeface="Calibri"/>
                <a:ea typeface="Calibri"/>
                <a:cs typeface="Calibri"/>
                <a:sym typeface="Calibri"/>
              </a:defRPr>
            </a:lvl1pPr>
            <a:lvl2pPr indent="0" lvl="1" marL="0" algn="r">
              <a:spcBef>
                <a:spcPts val="0"/>
              </a:spcBef>
              <a:buNone/>
              <a:defRPr b="0" i="0" sz="1200" u="none" cap="none" strike="noStrike">
                <a:solidFill>
                  <a:srgbClr val="001344"/>
                </a:solidFill>
                <a:latin typeface="Calibri"/>
                <a:ea typeface="Calibri"/>
                <a:cs typeface="Calibri"/>
                <a:sym typeface="Calibri"/>
              </a:defRPr>
            </a:lvl2pPr>
            <a:lvl3pPr indent="0" lvl="2" marL="0" algn="r">
              <a:spcBef>
                <a:spcPts val="0"/>
              </a:spcBef>
              <a:buNone/>
              <a:defRPr b="0" i="0" sz="1200" u="none" cap="none" strike="noStrike">
                <a:solidFill>
                  <a:srgbClr val="001344"/>
                </a:solidFill>
                <a:latin typeface="Calibri"/>
                <a:ea typeface="Calibri"/>
                <a:cs typeface="Calibri"/>
                <a:sym typeface="Calibri"/>
              </a:defRPr>
            </a:lvl3pPr>
            <a:lvl4pPr indent="0" lvl="3" marL="0" algn="r">
              <a:spcBef>
                <a:spcPts val="0"/>
              </a:spcBef>
              <a:buNone/>
              <a:defRPr b="0" i="0" sz="1200" u="none" cap="none" strike="noStrike">
                <a:solidFill>
                  <a:srgbClr val="001344"/>
                </a:solidFill>
                <a:latin typeface="Calibri"/>
                <a:ea typeface="Calibri"/>
                <a:cs typeface="Calibri"/>
                <a:sym typeface="Calibri"/>
              </a:defRPr>
            </a:lvl4pPr>
            <a:lvl5pPr indent="0" lvl="4" marL="0" algn="r">
              <a:spcBef>
                <a:spcPts val="0"/>
              </a:spcBef>
              <a:buNone/>
              <a:defRPr b="0" i="0" sz="1200" u="none" cap="none" strike="noStrike">
                <a:solidFill>
                  <a:srgbClr val="001344"/>
                </a:solidFill>
                <a:latin typeface="Calibri"/>
                <a:ea typeface="Calibri"/>
                <a:cs typeface="Calibri"/>
                <a:sym typeface="Calibri"/>
              </a:defRPr>
            </a:lvl5pPr>
            <a:lvl6pPr indent="0" lvl="5" marL="0" algn="r">
              <a:spcBef>
                <a:spcPts val="0"/>
              </a:spcBef>
              <a:buNone/>
              <a:defRPr b="0" i="0" sz="1200" u="none" cap="none" strike="noStrike">
                <a:solidFill>
                  <a:srgbClr val="001344"/>
                </a:solidFill>
                <a:latin typeface="Calibri"/>
                <a:ea typeface="Calibri"/>
                <a:cs typeface="Calibri"/>
                <a:sym typeface="Calibri"/>
              </a:defRPr>
            </a:lvl6pPr>
            <a:lvl7pPr indent="0" lvl="6" marL="0" algn="r">
              <a:spcBef>
                <a:spcPts val="0"/>
              </a:spcBef>
              <a:buNone/>
              <a:defRPr b="0" i="0" sz="1200" u="none" cap="none" strike="noStrike">
                <a:solidFill>
                  <a:srgbClr val="001344"/>
                </a:solidFill>
                <a:latin typeface="Calibri"/>
                <a:ea typeface="Calibri"/>
                <a:cs typeface="Calibri"/>
                <a:sym typeface="Calibri"/>
              </a:defRPr>
            </a:lvl7pPr>
            <a:lvl8pPr indent="0" lvl="7" marL="0" algn="r">
              <a:spcBef>
                <a:spcPts val="0"/>
              </a:spcBef>
              <a:buNone/>
              <a:defRPr b="0" i="0" sz="1200" u="none" cap="none" strike="noStrike">
                <a:solidFill>
                  <a:srgbClr val="001344"/>
                </a:solidFill>
                <a:latin typeface="Calibri"/>
                <a:ea typeface="Calibri"/>
                <a:cs typeface="Calibri"/>
                <a:sym typeface="Calibri"/>
              </a:defRPr>
            </a:lvl8pPr>
            <a:lvl9pPr indent="0" lvl="8" marL="0" algn="r">
              <a:spcBef>
                <a:spcPts val="0"/>
              </a:spcBef>
              <a:buNone/>
              <a:defRPr b="0" i="0" sz="1200" u="none" cap="none" strike="noStrike">
                <a:solidFill>
                  <a:srgbClr val="001344"/>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55" name="Google Shape;55;p10"/>
          <p:cNvSpPr/>
          <p:nvPr/>
        </p:nvSpPr>
        <p:spPr>
          <a:xfrm flipH="1">
            <a:off x="10858500" y="0"/>
            <a:ext cx="1333500" cy="6052930"/>
          </a:xfrm>
          <a:prstGeom prst="rtTriangle">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56" name="Shape 56"/>
        <p:cNvGrpSpPr/>
        <p:nvPr/>
      </p:nvGrpSpPr>
      <p:grpSpPr>
        <a:xfrm>
          <a:off x="0" y="0"/>
          <a:ext cx="0" cy="0"/>
          <a:chOff x="0" y="0"/>
          <a:chExt cx="0" cy="0"/>
        </a:xfrm>
      </p:grpSpPr>
      <p:sp>
        <p:nvSpPr>
          <p:cNvPr id="57" name="Google Shape;57;p11"/>
          <p:cNvSpPr/>
          <p:nvPr/>
        </p:nvSpPr>
        <p:spPr>
          <a:xfrm>
            <a:off x="4588778" y="0"/>
            <a:ext cx="9261446" cy="6047509"/>
          </a:xfrm>
          <a:prstGeom prst="parallelogram">
            <a:avLst>
              <a:gd fmla="val 25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8" name="Google Shape;58;p11"/>
          <p:cNvSpPr txBox="1"/>
          <p:nvPr>
            <p:ph idx="1" type="body"/>
          </p:nvPr>
        </p:nvSpPr>
        <p:spPr>
          <a:xfrm>
            <a:off x="5868236" y="987426"/>
            <a:ext cx="5487151" cy="4132978"/>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SzPts val="3200"/>
              <a:buFont typeface="Noto Sans Symbols"/>
              <a:buChar char="▪"/>
              <a:defRPr sz="3200">
                <a:solidFill>
                  <a:srgbClr val="001344"/>
                </a:solidFill>
                <a:latin typeface="Proxima Nova"/>
                <a:ea typeface="Proxima Nova"/>
                <a:cs typeface="Proxima Nova"/>
                <a:sym typeface="Proxima Nova"/>
              </a:defRPr>
            </a:lvl1pPr>
            <a:lvl2pPr indent="-406400" lvl="1" marL="914400" algn="l">
              <a:lnSpc>
                <a:spcPct val="90000"/>
              </a:lnSpc>
              <a:spcBef>
                <a:spcPts val="500"/>
              </a:spcBef>
              <a:spcAft>
                <a:spcPts val="0"/>
              </a:spcAft>
              <a:buSzPts val="2800"/>
              <a:buFont typeface="Noto Sans Symbols"/>
              <a:buChar char="▪"/>
              <a:defRPr sz="2800">
                <a:solidFill>
                  <a:srgbClr val="001344"/>
                </a:solidFill>
                <a:latin typeface="Proxima Nova"/>
                <a:ea typeface="Proxima Nova"/>
                <a:cs typeface="Proxima Nova"/>
                <a:sym typeface="Proxima Nova"/>
              </a:defRPr>
            </a:lvl2pPr>
            <a:lvl3pPr indent="-381000" lvl="2" marL="1371600" algn="l">
              <a:lnSpc>
                <a:spcPct val="90000"/>
              </a:lnSpc>
              <a:spcBef>
                <a:spcPts val="500"/>
              </a:spcBef>
              <a:spcAft>
                <a:spcPts val="0"/>
              </a:spcAft>
              <a:buSzPts val="2400"/>
              <a:buFont typeface="Noto Sans Symbols"/>
              <a:buChar char="▪"/>
              <a:defRPr sz="2400">
                <a:solidFill>
                  <a:srgbClr val="001344"/>
                </a:solidFill>
                <a:latin typeface="Proxima Nova"/>
                <a:ea typeface="Proxima Nova"/>
                <a:cs typeface="Proxima Nova"/>
                <a:sym typeface="Proxima Nova"/>
              </a:defRPr>
            </a:lvl3pPr>
            <a:lvl4pPr indent="-355600" lvl="3" marL="1828800" algn="l">
              <a:lnSpc>
                <a:spcPct val="90000"/>
              </a:lnSpc>
              <a:spcBef>
                <a:spcPts val="500"/>
              </a:spcBef>
              <a:spcAft>
                <a:spcPts val="0"/>
              </a:spcAft>
              <a:buSzPts val="2000"/>
              <a:buFont typeface="Noto Sans Symbols"/>
              <a:buChar char="▪"/>
              <a:defRPr sz="2000">
                <a:solidFill>
                  <a:srgbClr val="001344"/>
                </a:solidFill>
                <a:latin typeface="Proxima Nova"/>
                <a:ea typeface="Proxima Nova"/>
                <a:cs typeface="Proxima Nova"/>
                <a:sym typeface="Proxima Nova"/>
              </a:defRPr>
            </a:lvl4pPr>
            <a:lvl5pPr indent="-355600" lvl="4" marL="2286000" algn="l">
              <a:lnSpc>
                <a:spcPct val="90000"/>
              </a:lnSpc>
              <a:spcBef>
                <a:spcPts val="500"/>
              </a:spcBef>
              <a:spcAft>
                <a:spcPts val="0"/>
              </a:spcAft>
              <a:buSzPts val="2000"/>
              <a:buFont typeface="Noto Sans Symbols"/>
              <a:buChar char="▪"/>
              <a:defRPr sz="2000">
                <a:solidFill>
                  <a:srgbClr val="001344"/>
                </a:solidFill>
                <a:latin typeface="Proxima Nova"/>
                <a:ea typeface="Proxima Nova"/>
                <a:cs typeface="Proxima Nova"/>
                <a:sym typeface="Proxima Nova"/>
              </a:defRPr>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9" name="Google Shape;59;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00134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001344"/>
                </a:solidFill>
                <a:latin typeface="Calibri"/>
                <a:ea typeface="Calibri"/>
                <a:cs typeface="Calibri"/>
                <a:sym typeface="Calibri"/>
              </a:defRPr>
            </a:lvl1pPr>
            <a:lvl2pPr indent="0" lvl="1" marL="0" algn="r">
              <a:spcBef>
                <a:spcPts val="0"/>
              </a:spcBef>
              <a:buNone/>
              <a:defRPr b="0" i="0" sz="1200" u="none" cap="none" strike="noStrike">
                <a:solidFill>
                  <a:srgbClr val="001344"/>
                </a:solidFill>
                <a:latin typeface="Calibri"/>
                <a:ea typeface="Calibri"/>
                <a:cs typeface="Calibri"/>
                <a:sym typeface="Calibri"/>
              </a:defRPr>
            </a:lvl2pPr>
            <a:lvl3pPr indent="0" lvl="2" marL="0" algn="r">
              <a:spcBef>
                <a:spcPts val="0"/>
              </a:spcBef>
              <a:buNone/>
              <a:defRPr b="0" i="0" sz="1200" u="none" cap="none" strike="noStrike">
                <a:solidFill>
                  <a:srgbClr val="001344"/>
                </a:solidFill>
                <a:latin typeface="Calibri"/>
                <a:ea typeface="Calibri"/>
                <a:cs typeface="Calibri"/>
                <a:sym typeface="Calibri"/>
              </a:defRPr>
            </a:lvl3pPr>
            <a:lvl4pPr indent="0" lvl="3" marL="0" algn="r">
              <a:spcBef>
                <a:spcPts val="0"/>
              </a:spcBef>
              <a:buNone/>
              <a:defRPr b="0" i="0" sz="1200" u="none" cap="none" strike="noStrike">
                <a:solidFill>
                  <a:srgbClr val="001344"/>
                </a:solidFill>
                <a:latin typeface="Calibri"/>
                <a:ea typeface="Calibri"/>
                <a:cs typeface="Calibri"/>
                <a:sym typeface="Calibri"/>
              </a:defRPr>
            </a:lvl4pPr>
            <a:lvl5pPr indent="0" lvl="4" marL="0" algn="r">
              <a:spcBef>
                <a:spcPts val="0"/>
              </a:spcBef>
              <a:buNone/>
              <a:defRPr b="0" i="0" sz="1200" u="none" cap="none" strike="noStrike">
                <a:solidFill>
                  <a:srgbClr val="001344"/>
                </a:solidFill>
                <a:latin typeface="Calibri"/>
                <a:ea typeface="Calibri"/>
                <a:cs typeface="Calibri"/>
                <a:sym typeface="Calibri"/>
              </a:defRPr>
            </a:lvl5pPr>
            <a:lvl6pPr indent="0" lvl="5" marL="0" algn="r">
              <a:spcBef>
                <a:spcPts val="0"/>
              </a:spcBef>
              <a:buNone/>
              <a:defRPr b="0" i="0" sz="1200" u="none" cap="none" strike="noStrike">
                <a:solidFill>
                  <a:srgbClr val="001344"/>
                </a:solidFill>
                <a:latin typeface="Calibri"/>
                <a:ea typeface="Calibri"/>
                <a:cs typeface="Calibri"/>
                <a:sym typeface="Calibri"/>
              </a:defRPr>
            </a:lvl6pPr>
            <a:lvl7pPr indent="0" lvl="6" marL="0" algn="r">
              <a:spcBef>
                <a:spcPts val="0"/>
              </a:spcBef>
              <a:buNone/>
              <a:defRPr b="0" i="0" sz="1200" u="none" cap="none" strike="noStrike">
                <a:solidFill>
                  <a:srgbClr val="001344"/>
                </a:solidFill>
                <a:latin typeface="Calibri"/>
                <a:ea typeface="Calibri"/>
                <a:cs typeface="Calibri"/>
                <a:sym typeface="Calibri"/>
              </a:defRPr>
            </a:lvl7pPr>
            <a:lvl8pPr indent="0" lvl="7" marL="0" algn="r">
              <a:spcBef>
                <a:spcPts val="0"/>
              </a:spcBef>
              <a:buNone/>
              <a:defRPr b="0" i="0" sz="1200" u="none" cap="none" strike="noStrike">
                <a:solidFill>
                  <a:srgbClr val="001344"/>
                </a:solidFill>
                <a:latin typeface="Calibri"/>
                <a:ea typeface="Calibri"/>
                <a:cs typeface="Calibri"/>
                <a:sym typeface="Calibri"/>
              </a:defRPr>
            </a:lvl8pPr>
            <a:lvl9pPr indent="0" lvl="8" marL="0" algn="r">
              <a:spcBef>
                <a:spcPts val="0"/>
              </a:spcBef>
              <a:buNone/>
              <a:defRPr b="0" i="0" sz="1200" u="none" cap="none" strike="noStrike">
                <a:solidFill>
                  <a:srgbClr val="001344"/>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61" name="Google Shape;61;p1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D9AC63"/>
              </a:buClr>
              <a:buSzPts val="3200"/>
              <a:buFont typeface="Proxima Nova"/>
              <a:buNone/>
              <a:defRPr sz="3200">
                <a:solidFill>
                  <a:srgbClr val="D9AC63"/>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1"/>
          <p:cNvSpPr txBox="1"/>
          <p:nvPr>
            <p:ph idx="2" type="body"/>
          </p:nvPr>
        </p:nvSpPr>
        <p:spPr>
          <a:xfrm>
            <a:off x="839788" y="2057399"/>
            <a:ext cx="3932237" cy="361991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1600"/>
              <a:buNone/>
              <a:defRPr sz="1600">
                <a:solidFill>
                  <a:schemeClr val="lt1"/>
                </a:solidFill>
                <a:latin typeface="Proxima Nova"/>
                <a:ea typeface="Proxima Nova"/>
                <a:cs typeface="Proxima Nova"/>
                <a:sym typeface="Proxima Nova"/>
              </a:defRPr>
            </a:lvl1pPr>
            <a:lvl2pPr indent="-228600" lvl="1" marL="914400" algn="l">
              <a:lnSpc>
                <a:spcPct val="90000"/>
              </a:lnSpc>
              <a:spcBef>
                <a:spcPts val="500"/>
              </a:spcBef>
              <a:spcAft>
                <a:spcPts val="0"/>
              </a:spcAft>
              <a:buSzPts val="1400"/>
              <a:buNone/>
              <a:defRPr sz="1400"/>
            </a:lvl2pPr>
            <a:lvl3pPr indent="-228600" lvl="2" marL="1371600" algn="l">
              <a:lnSpc>
                <a:spcPct val="90000"/>
              </a:lnSpc>
              <a:spcBef>
                <a:spcPts val="500"/>
              </a:spcBef>
              <a:spcAft>
                <a:spcPts val="0"/>
              </a:spcAft>
              <a:buSzPts val="1200"/>
              <a:buNone/>
              <a:defRPr sz="1200"/>
            </a:lvl3pPr>
            <a:lvl4pPr indent="-228600" lvl="3" marL="1828800" algn="l">
              <a:lnSpc>
                <a:spcPct val="90000"/>
              </a:lnSpc>
              <a:spcBef>
                <a:spcPts val="500"/>
              </a:spcBef>
              <a:spcAft>
                <a:spcPts val="0"/>
              </a:spcAft>
              <a:buSzPts val="1000"/>
              <a:buNone/>
              <a:defRPr sz="1000"/>
            </a:lvl4pPr>
            <a:lvl5pPr indent="-228600" lvl="4" marL="2286000" algn="l">
              <a:lnSpc>
                <a:spcPct val="90000"/>
              </a:lnSpc>
              <a:spcBef>
                <a:spcPts val="500"/>
              </a:spcBef>
              <a:spcAft>
                <a:spcPts val="0"/>
              </a:spcAft>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11"/>
          <p:cNvSpPr txBox="1"/>
          <p:nvPr>
            <p:ph idx="11" type="ftr"/>
          </p:nvPr>
        </p:nvSpPr>
        <p:spPr>
          <a:xfrm>
            <a:off x="7239000" y="5256928"/>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rgbClr val="001344"/>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4" name="Shape 64"/>
        <p:cNvGrpSpPr/>
        <p:nvPr/>
      </p:nvGrpSpPr>
      <p:grpSpPr>
        <a:xfrm>
          <a:off x="0" y="0"/>
          <a:ext cx="0" cy="0"/>
          <a:chOff x="0" y="0"/>
          <a:chExt cx="0" cy="0"/>
        </a:xfrm>
      </p:grpSpPr>
      <p:sp>
        <p:nvSpPr>
          <p:cNvPr id="65" name="Google Shape;65;p12"/>
          <p:cNvSpPr/>
          <p:nvPr/>
        </p:nvSpPr>
        <p:spPr>
          <a:xfrm>
            <a:off x="4588778" y="0"/>
            <a:ext cx="9261446" cy="6047509"/>
          </a:xfrm>
          <a:prstGeom prst="parallelogram">
            <a:avLst>
              <a:gd fmla="val 25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66" name="Google Shape;66;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D9AC63"/>
              </a:buClr>
              <a:buSzPts val="3200"/>
              <a:buFont typeface="Proxima Nova"/>
              <a:buNone/>
              <a:defRPr sz="3200">
                <a:solidFill>
                  <a:srgbClr val="D9AC63"/>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2"/>
          <p:cNvSpPr txBox="1"/>
          <p:nvPr>
            <p:ph idx="1" type="body"/>
          </p:nvPr>
        </p:nvSpPr>
        <p:spPr>
          <a:xfrm>
            <a:off x="836612" y="2057400"/>
            <a:ext cx="3932237" cy="355962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1600"/>
              <a:buNone/>
              <a:defRPr sz="1600">
                <a:solidFill>
                  <a:schemeClr val="lt1"/>
                </a:solidFill>
                <a:latin typeface="Proxima Nova"/>
                <a:ea typeface="Proxima Nova"/>
                <a:cs typeface="Proxima Nova"/>
                <a:sym typeface="Proxima Nova"/>
              </a:defRPr>
            </a:lvl1pPr>
            <a:lvl2pPr indent="-228600" lvl="1" marL="914400" algn="l">
              <a:lnSpc>
                <a:spcPct val="90000"/>
              </a:lnSpc>
              <a:spcBef>
                <a:spcPts val="500"/>
              </a:spcBef>
              <a:spcAft>
                <a:spcPts val="0"/>
              </a:spcAft>
              <a:buSzPts val="1400"/>
              <a:buNone/>
              <a:defRPr sz="1400"/>
            </a:lvl2pPr>
            <a:lvl3pPr indent="-228600" lvl="2" marL="1371600" algn="l">
              <a:lnSpc>
                <a:spcPct val="90000"/>
              </a:lnSpc>
              <a:spcBef>
                <a:spcPts val="500"/>
              </a:spcBef>
              <a:spcAft>
                <a:spcPts val="0"/>
              </a:spcAft>
              <a:buSzPts val="1200"/>
              <a:buNone/>
              <a:defRPr sz="1200"/>
            </a:lvl3pPr>
            <a:lvl4pPr indent="-228600" lvl="3" marL="1828800" algn="l">
              <a:lnSpc>
                <a:spcPct val="90000"/>
              </a:lnSpc>
              <a:spcBef>
                <a:spcPts val="500"/>
              </a:spcBef>
              <a:spcAft>
                <a:spcPts val="0"/>
              </a:spcAft>
              <a:buSzPts val="1000"/>
              <a:buNone/>
              <a:defRPr sz="1000"/>
            </a:lvl4pPr>
            <a:lvl5pPr indent="-228600" lvl="4" marL="2286000" algn="l">
              <a:lnSpc>
                <a:spcPct val="90000"/>
              </a:lnSpc>
              <a:spcBef>
                <a:spcPts val="500"/>
              </a:spcBef>
              <a:spcAft>
                <a:spcPts val="0"/>
              </a:spcAft>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001344"/>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2"/>
          <p:cNvSpPr txBox="1"/>
          <p:nvPr>
            <p:ph idx="11" type="ftr"/>
          </p:nvPr>
        </p:nvSpPr>
        <p:spPr>
          <a:xfrm>
            <a:off x="7239000" y="5256928"/>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rgbClr val="001344"/>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001344"/>
                </a:solidFill>
                <a:latin typeface="Calibri"/>
                <a:ea typeface="Calibri"/>
                <a:cs typeface="Calibri"/>
                <a:sym typeface="Calibri"/>
              </a:defRPr>
            </a:lvl1pPr>
            <a:lvl2pPr indent="0" lvl="1" marL="0" algn="r">
              <a:spcBef>
                <a:spcPts val="0"/>
              </a:spcBef>
              <a:buNone/>
              <a:defRPr b="0" i="0" sz="1200" u="none" cap="none" strike="noStrike">
                <a:solidFill>
                  <a:srgbClr val="001344"/>
                </a:solidFill>
                <a:latin typeface="Calibri"/>
                <a:ea typeface="Calibri"/>
                <a:cs typeface="Calibri"/>
                <a:sym typeface="Calibri"/>
              </a:defRPr>
            </a:lvl2pPr>
            <a:lvl3pPr indent="0" lvl="2" marL="0" algn="r">
              <a:spcBef>
                <a:spcPts val="0"/>
              </a:spcBef>
              <a:buNone/>
              <a:defRPr b="0" i="0" sz="1200" u="none" cap="none" strike="noStrike">
                <a:solidFill>
                  <a:srgbClr val="001344"/>
                </a:solidFill>
                <a:latin typeface="Calibri"/>
                <a:ea typeface="Calibri"/>
                <a:cs typeface="Calibri"/>
                <a:sym typeface="Calibri"/>
              </a:defRPr>
            </a:lvl3pPr>
            <a:lvl4pPr indent="0" lvl="3" marL="0" algn="r">
              <a:spcBef>
                <a:spcPts val="0"/>
              </a:spcBef>
              <a:buNone/>
              <a:defRPr b="0" i="0" sz="1200" u="none" cap="none" strike="noStrike">
                <a:solidFill>
                  <a:srgbClr val="001344"/>
                </a:solidFill>
                <a:latin typeface="Calibri"/>
                <a:ea typeface="Calibri"/>
                <a:cs typeface="Calibri"/>
                <a:sym typeface="Calibri"/>
              </a:defRPr>
            </a:lvl4pPr>
            <a:lvl5pPr indent="0" lvl="4" marL="0" algn="r">
              <a:spcBef>
                <a:spcPts val="0"/>
              </a:spcBef>
              <a:buNone/>
              <a:defRPr b="0" i="0" sz="1200" u="none" cap="none" strike="noStrike">
                <a:solidFill>
                  <a:srgbClr val="001344"/>
                </a:solidFill>
                <a:latin typeface="Calibri"/>
                <a:ea typeface="Calibri"/>
                <a:cs typeface="Calibri"/>
                <a:sym typeface="Calibri"/>
              </a:defRPr>
            </a:lvl5pPr>
            <a:lvl6pPr indent="0" lvl="5" marL="0" algn="r">
              <a:spcBef>
                <a:spcPts val="0"/>
              </a:spcBef>
              <a:buNone/>
              <a:defRPr b="0" i="0" sz="1200" u="none" cap="none" strike="noStrike">
                <a:solidFill>
                  <a:srgbClr val="001344"/>
                </a:solidFill>
                <a:latin typeface="Calibri"/>
                <a:ea typeface="Calibri"/>
                <a:cs typeface="Calibri"/>
                <a:sym typeface="Calibri"/>
              </a:defRPr>
            </a:lvl6pPr>
            <a:lvl7pPr indent="0" lvl="6" marL="0" algn="r">
              <a:spcBef>
                <a:spcPts val="0"/>
              </a:spcBef>
              <a:buNone/>
              <a:defRPr b="0" i="0" sz="1200" u="none" cap="none" strike="noStrike">
                <a:solidFill>
                  <a:srgbClr val="001344"/>
                </a:solidFill>
                <a:latin typeface="Calibri"/>
                <a:ea typeface="Calibri"/>
                <a:cs typeface="Calibri"/>
                <a:sym typeface="Calibri"/>
              </a:defRPr>
            </a:lvl7pPr>
            <a:lvl8pPr indent="0" lvl="7" marL="0" algn="r">
              <a:spcBef>
                <a:spcPts val="0"/>
              </a:spcBef>
              <a:buNone/>
              <a:defRPr b="0" i="0" sz="1200" u="none" cap="none" strike="noStrike">
                <a:solidFill>
                  <a:srgbClr val="001344"/>
                </a:solidFill>
                <a:latin typeface="Calibri"/>
                <a:ea typeface="Calibri"/>
                <a:cs typeface="Calibri"/>
                <a:sym typeface="Calibri"/>
              </a:defRPr>
            </a:lvl8pPr>
            <a:lvl9pPr indent="0" lvl="8" marL="0" algn="r">
              <a:spcBef>
                <a:spcPts val="0"/>
              </a:spcBef>
              <a:buNone/>
              <a:defRPr b="0" i="0" sz="1200" u="none" cap="none" strike="noStrike">
                <a:solidFill>
                  <a:srgbClr val="001344"/>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71" name="Google Shape;71;p12"/>
          <p:cNvSpPr/>
          <p:nvPr>
            <p:ph idx="2" type="pic"/>
          </p:nvPr>
        </p:nvSpPr>
        <p:spPr>
          <a:xfrm>
            <a:off x="5988818" y="987426"/>
            <a:ext cx="5366570" cy="4132977"/>
          </a:xfrm>
          <a:prstGeom prst="rect">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344"/>
        </a:solidFill>
      </p:bgPr>
    </p:bg>
    <p:spTree>
      <p:nvGrpSpPr>
        <p:cNvPr id="5" name="Shape 5"/>
        <p:cNvGrpSpPr/>
        <p:nvPr/>
      </p:nvGrpSpPr>
      <p:grpSpPr>
        <a:xfrm>
          <a:off x="0" y="0"/>
          <a:ext cx="0" cy="0"/>
          <a:chOff x="0" y="0"/>
          <a:chExt cx="0" cy="0"/>
        </a:xfrm>
      </p:grpSpPr>
      <p:sp>
        <p:nvSpPr>
          <p:cNvPr id="6" name="Google Shape;6;p1"/>
          <p:cNvSpPr/>
          <p:nvPr/>
        </p:nvSpPr>
        <p:spPr>
          <a:xfrm>
            <a:off x="0" y="6045198"/>
            <a:ext cx="12192000" cy="812801"/>
          </a:xfrm>
          <a:prstGeom prst="rect">
            <a:avLst/>
          </a:prstGeom>
          <a:solidFill>
            <a:srgbClr val="D9AC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7" name="Google Shape;7;p1"/>
          <p:cNvPicPr preferRelativeResize="0"/>
          <p:nvPr/>
        </p:nvPicPr>
        <p:blipFill rotWithShape="1">
          <a:blip r:embed="rId1">
            <a:alphaModFix/>
          </a:blip>
          <a:srcRect b="0" l="0" r="0" t="0"/>
          <a:stretch/>
        </p:blipFill>
        <p:spPr>
          <a:xfrm>
            <a:off x="4346714" y="6045200"/>
            <a:ext cx="3498573" cy="812799"/>
          </a:xfrm>
          <a:prstGeom prst="rect">
            <a:avLst/>
          </a:prstGeom>
          <a:noFill/>
          <a:ln>
            <a:noFill/>
          </a:ln>
        </p:spPr>
      </p:pic>
      <p:sp>
        <p:nvSpPr>
          <p:cNvPr id="8" name="Google Shape;8;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D9AC63"/>
              </a:buClr>
              <a:buSzPts val="4400"/>
              <a:buFont typeface="Proxima Nova"/>
              <a:buNone/>
              <a:defRPr b="0" i="1" sz="4400" u="none" cap="none" strike="noStrike">
                <a:solidFill>
                  <a:srgbClr val="D9AC63"/>
                </a:solidFill>
                <a:latin typeface="Proxima Nova"/>
                <a:ea typeface="Proxima Nova"/>
                <a:cs typeface="Proxima Nova"/>
                <a:sym typeface="Proxima Nov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
          <p:cNvSpPr txBox="1"/>
          <p:nvPr>
            <p:ph idx="1" type="body"/>
          </p:nvPr>
        </p:nvSpPr>
        <p:spPr>
          <a:xfrm>
            <a:off x="838200" y="1825625"/>
            <a:ext cx="10515600" cy="3741162"/>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D9AC63"/>
              </a:buClr>
              <a:buSzPts val="2800"/>
              <a:buFont typeface="Noto Sans Symbols"/>
              <a:buChar char="▪"/>
              <a:defRPr b="0" i="0" sz="2800" u="none" cap="none" strike="noStrike">
                <a:solidFill>
                  <a:srgbClr val="F2F2F2"/>
                </a:solidFill>
                <a:latin typeface="Proxima Nova"/>
                <a:ea typeface="Proxima Nova"/>
                <a:cs typeface="Proxima Nova"/>
                <a:sym typeface="Proxima Nova"/>
              </a:defRPr>
            </a:lvl1pPr>
            <a:lvl2pPr indent="-381000" lvl="1" marL="914400" marR="0" rtl="0" algn="l">
              <a:lnSpc>
                <a:spcPct val="90000"/>
              </a:lnSpc>
              <a:spcBef>
                <a:spcPts val="500"/>
              </a:spcBef>
              <a:spcAft>
                <a:spcPts val="0"/>
              </a:spcAft>
              <a:buClr>
                <a:srgbClr val="D9AC63"/>
              </a:buClr>
              <a:buSzPts val="2400"/>
              <a:buFont typeface="Noto Sans Symbols"/>
              <a:buChar char="▪"/>
              <a:defRPr b="0" i="0" sz="2400" u="none" cap="none" strike="noStrike">
                <a:solidFill>
                  <a:srgbClr val="F2F2F2"/>
                </a:solidFill>
                <a:latin typeface="Proxima Nova"/>
                <a:ea typeface="Proxima Nova"/>
                <a:cs typeface="Proxima Nova"/>
                <a:sym typeface="Proxima Nova"/>
              </a:defRPr>
            </a:lvl2pPr>
            <a:lvl3pPr indent="-355600" lvl="2" marL="1371600" marR="0" rtl="0" algn="l">
              <a:lnSpc>
                <a:spcPct val="90000"/>
              </a:lnSpc>
              <a:spcBef>
                <a:spcPts val="500"/>
              </a:spcBef>
              <a:spcAft>
                <a:spcPts val="0"/>
              </a:spcAft>
              <a:buClr>
                <a:srgbClr val="D9AC63"/>
              </a:buClr>
              <a:buSzPts val="2000"/>
              <a:buFont typeface="Noto Sans Symbols"/>
              <a:buChar char="▪"/>
              <a:defRPr b="0" i="0" sz="2000" u="none" cap="none" strike="noStrike">
                <a:solidFill>
                  <a:srgbClr val="F2F2F2"/>
                </a:solidFill>
                <a:latin typeface="Proxima Nova"/>
                <a:ea typeface="Proxima Nova"/>
                <a:cs typeface="Proxima Nova"/>
                <a:sym typeface="Proxima Nova"/>
              </a:defRPr>
            </a:lvl3pPr>
            <a:lvl4pPr indent="-342900" lvl="3" marL="1828800" marR="0" rtl="0" algn="l">
              <a:lnSpc>
                <a:spcPct val="90000"/>
              </a:lnSpc>
              <a:spcBef>
                <a:spcPts val="500"/>
              </a:spcBef>
              <a:spcAft>
                <a:spcPts val="0"/>
              </a:spcAft>
              <a:buClr>
                <a:srgbClr val="D9AC63"/>
              </a:buClr>
              <a:buSzPts val="1800"/>
              <a:buFont typeface="Noto Sans Symbols"/>
              <a:buChar char="▪"/>
              <a:defRPr b="0" i="0" sz="1800" u="none" cap="none" strike="noStrike">
                <a:solidFill>
                  <a:srgbClr val="F2F2F2"/>
                </a:solidFill>
                <a:latin typeface="Proxima Nova"/>
                <a:ea typeface="Proxima Nova"/>
                <a:cs typeface="Proxima Nova"/>
                <a:sym typeface="Proxima Nova"/>
              </a:defRPr>
            </a:lvl4pPr>
            <a:lvl5pPr indent="-342900" lvl="4" marL="2286000" marR="0" rtl="0" algn="l">
              <a:lnSpc>
                <a:spcPct val="90000"/>
              </a:lnSpc>
              <a:spcBef>
                <a:spcPts val="500"/>
              </a:spcBef>
              <a:spcAft>
                <a:spcPts val="0"/>
              </a:spcAft>
              <a:buClr>
                <a:srgbClr val="D9AC63"/>
              </a:buClr>
              <a:buSzPts val="1800"/>
              <a:buFont typeface="Noto Sans Symbols"/>
              <a:buChar char="▪"/>
              <a:defRPr b="0" i="0" sz="1800" u="none" cap="none" strike="noStrike">
                <a:solidFill>
                  <a:srgbClr val="F2F2F2"/>
                </a:solidFill>
                <a:latin typeface="Proxima Nova"/>
                <a:ea typeface="Proxima Nova"/>
                <a:cs typeface="Proxima Nova"/>
                <a:sym typeface="Proxima Nov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001344"/>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 name="Google Shape;11;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001344"/>
                </a:solidFill>
                <a:latin typeface="Calibri"/>
                <a:ea typeface="Calibri"/>
                <a:cs typeface="Calibri"/>
                <a:sym typeface="Calibri"/>
              </a:defRPr>
            </a:lvl1pPr>
            <a:lvl2pPr indent="0" lvl="1" marL="0" marR="0" rtl="0" algn="r">
              <a:spcBef>
                <a:spcPts val="0"/>
              </a:spcBef>
              <a:buNone/>
              <a:defRPr b="0" i="0" sz="1200" u="none" cap="none" strike="noStrike">
                <a:solidFill>
                  <a:srgbClr val="001344"/>
                </a:solidFill>
                <a:latin typeface="Calibri"/>
                <a:ea typeface="Calibri"/>
                <a:cs typeface="Calibri"/>
                <a:sym typeface="Calibri"/>
              </a:defRPr>
            </a:lvl2pPr>
            <a:lvl3pPr indent="0" lvl="2" marL="0" marR="0" rtl="0" algn="r">
              <a:spcBef>
                <a:spcPts val="0"/>
              </a:spcBef>
              <a:buNone/>
              <a:defRPr b="0" i="0" sz="1200" u="none" cap="none" strike="noStrike">
                <a:solidFill>
                  <a:srgbClr val="001344"/>
                </a:solidFill>
                <a:latin typeface="Calibri"/>
                <a:ea typeface="Calibri"/>
                <a:cs typeface="Calibri"/>
                <a:sym typeface="Calibri"/>
              </a:defRPr>
            </a:lvl3pPr>
            <a:lvl4pPr indent="0" lvl="3" marL="0" marR="0" rtl="0" algn="r">
              <a:spcBef>
                <a:spcPts val="0"/>
              </a:spcBef>
              <a:buNone/>
              <a:defRPr b="0" i="0" sz="1200" u="none" cap="none" strike="noStrike">
                <a:solidFill>
                  <a:srgbClr val="001344"/>
                </a:solidFill>
                <a:latin typeface="Calibri"/>
                <a:ea typeface="Calibri"/>
                <a:cs typeface="Calibri"/>
                <a:sym typeface="Calibri"/>
              </a:defRPr>
            </a:lvl4pPr>
            <a:lvl5pPr indent="0" lvl="4" marL="0" marR="0" rtl="0" algn="r">
              <a:spcBef>
                <a:spcPts val="0"/>
              </a:spcBef>
              <a:buNone/>
              <a:defRPr b="0" i="0" sz="1200" u="none" cap="none" strike="noStrike">
                <a:solidFill>
                  <a:srgbClr val="001344"/>
                </a:solidFill>
                <a:latin typeface="Calibri"/>
                <a:ea typeface="Calibri"/>
                <a:cs typeface="Calibri"/>
                <a:sym typeface="Calibri"/>
              </a:defRPr>
            </a:lvl5pPr>
            <a:lvl6pPr indent="0" lvl="5" marL="0" marR="0" rtl="0" algn="r">
              <a:spcBef>
                <a:spcPts val="0"/>
              </a:spcBef>
              <a:buNone/>
              <a:defRPr b="0" i="0" sz="1200" u="none" cap="none" strike="noStrike">
                <a:solidFill>
                  <a:srgbClr val="001344"/>
                </a:solidFill>
                <a:latin typeface="Calibri"/>
                <a:ea typeface="Calibri"/>
                <a:cs typeface="Calibri"/>
                <a:sym typeface="Calibri"/>
              </a:defRPr>
            </a:lvl6pPr>
            <a:lvl7pPr indent="0" lvl="6" marL="0" marR="0" rtl="0" algn="r">
              <a:spcBef>
                <a:spcPts val="0"/>
              </a:spcBef>
              <a:buNone/>
              <a:defRPr b="0" i="0" sz="1200" u="none" cap="none" strike="noStrike">
                <a:solidFill>
                  <a:srgbClr val="001344"/>
                </a:solidFill>
                <a:latin typeface="Calibri"/>
                <a:ea typeface="Calibri"/>
                <a:cs typeface="Calibri"/>
                <a:sym typeface="Calibri"/>
              </a:defRPr>
            </a:lvl7pPr>
            <a:lvl8pPr indent="0" lvl="7" marL="0" marR="0" rtl="0" algn="r">
              <a:spcBef>
                <a:spcPts val="0"/>
              </a:spcBef>
              <a:buNone/>
              <a:defRPr b="0" i="0" sz="1200" u="none" cap="none" strike="noStrike">
                <a:solidFill>
                  <a:srgbClr val="001344"/>
                </a:solidFill>
                <a:latin typeface="Calibri"/>
                <a:ea typeface="Calibri"/>
                <a:cs typeface="Calibri"/>
                <a:sym typeface="Calibri"/>
              </a:defRPr>
            </a:lvl8pPr>
            <a:lvl9pPr indent="0" lvl="8" marL="0" marR="0" rtl="0" algn="r">
              <a:spcBef>
                <a:spcPts val="0"/>
              </a:spcBef>
              <a:buNone/>
              <a:defRPr b="0" i="0" sz="1200" u="none" cap="none" strike="noStrike">
                <a:solidFill>
                  <a:srgbClr val="001344"/>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hyperlink" Target="https://doi.org/10.2196/33440" TargetMode="External"/><Relationship Id="rId4" Type="http://schemas.openxmlformats.org/officeDocument/2006/relationships/hyperlink" Target="https://doi.org/10.2196/33440"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3"/>
          <p:cNvSpPr txBox="1"/>
          <p:nvPr>
            <p:ph type="ctrTitle"/>
          </p:nvPr>
        </p:nvSpPr>
        <p:spPr>
          <a:xfrm>
            <a:off x="774550" y="419550"/>
            <a:ext cx="10827600" cy="30906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rgbClr val="FFFFFF"/>
              </a:buClr>
              <a:buSzPts val="6600"/>
              <a:buFont typeface="Proxima Nova"/>
              <a:buNone/>
            </a:pPr>
            <a:r>
              <a:rPr lang="en-US"/>
              <a:t>Breast Cancer Prediction using Machine Learning Algorithms</a:t>
            </a:r>
            <a:endParaRPr/>
          </a:p>
        </p:txBody>
      </p:sp>
      <p:sp>
        <p:nvSpPr>
          <p:cNvPr id="77" name="Google Shape;77;p13"/>
          <p:cNvSpPr txBox="1"/>
          <p:nvPr>
            <p:ph idx="1" type="subTitle"/>
          </p:nvPr>
        </p:nvSpPr>
        <p:spPr>
          <a:xfrm>
            <a:off x="1524000" y="3602053"/>
            <a:ext cx="9144000" cy="20781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SzPts val="3200"/>
              <a:buNone/>
            </a:pPr>
            <a:r>
              <a:rPr lang="en-US"/>
              <a:t>Class: CSCI 7090</a:t>
            </a:r>
            <a:endParaRPr/>
          </a:p>
          <a:p>
            <a:pPr indent="0" lvl="0" marL="0" rtl="0" algn="ctr">
              <a:lnSpc>
                <a:spcPct val="90000"/>
              </a:lnSpc>
              <a:spcBef>
                <a:spcPts val="0"/>
              </a:spcBef>
              <a:spcAft>
                <a:spcPts val="0"/>
              </a:spcAft>
              <a:buSzPts val="3200"/>
              <a:buNone/>
            </a:pPr>
            <a:r>
              <a:rPr lang="en-US"/>
              <a:t>Bright Agbenu</a:t>
            </a:r>
            <a:endParaRPr/>
          </a:p>
          <a:p>
            <a:pPr indent="0" lvl="0" marL="0" rtl="0" algn="ctr">
              <a:lnSpc>
                <a:spcPct val="90000"/>
              </a:lnSpc>
              <a:spcBef>
                <a:spcPts val="0"/>
              </a:spcBef>
              <a:spcAft>
                <a:spcPts val="0"/>
              </a:spcAft>
              <a:buSzPts val="3200"/>
              <a:buNone/>
            </a:pPr>
            <a:r>
              <a:rPr lang="en-US"/>
              <a:t>Sarah Sejoro</a:t>
            </a:r>
            <a:endParaRPr/>
          </a:p>
          <a:p>
            <a:pPr indent="0" lvl="0" marL="0" rtl="0" algn="ctr">
              <a:lnSpc>
                <a:spcPct val="90000"/>
              </a:lnSpc>
              <a:spcBef>
                <a:spcPts val="0"/>
              </a:spcBef>
              <a:spcAft>
                <a:spcPts val="0"/>
              </a:spcAft>
              <a:buSzPts val="3200"/>
              <a:buNone/>
            </a:pPr>
            <a:r>
              <a:rPr lang="en-US"/>
              <a:t>Anandhi</a:t>
            </a:r>
            <a:r>
              <a:rPr lang="en-US"/>
              <a:t> Kandaswamy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Introduction</a:t>
            </a:r>
            <a:endParaRPr/>
          </a:p>
        </p:txBody>
      </p:sp>
      <p:sp>
        <p:nvSpPr>
          <p:cNvPr id="83" name="Google Shape;83;p14"/>
          <p:cNvSpPr txBox="1"/>
          <p:nvPr>
            <p:ph idx="1" type="body"/>
          </p:nvPr>
        </p:nvSpPr>
        <p:spPr>
          <a:xfrm>
            <a:off x="838200" y="1825625"/>
            <a:ext cx="10515600" cy="3781500"/>
          </a:xfrm>
          <a:prstGeom prst="rect">
            <a:avLst/>
          </a:prstGeom>
        </p:spPr>
        <p:txBody>
          <a:bodyPr anchorCtr="0" anchor="t" bIns="45700" lIns="91425" spcFirstLastPara="1" rIns="91425" wrap="square" tIns="45700">
            <a:normAutofit fontScale="62500" lnSpcReduction="20000"/>
          </a:bodyPr>
          <a:lstStyle/>
          <a:p>
            <a:pPr indent="-387350" lvl="0" marL="457200" rtl="0" algn="l">
              <a:lnSpc>
                <a:spcPct val="100000"/>
              </a:lnSpc>
              <a:spcBef>
                <a:spcPts val="600"/>
              </a:spcBef>
              <a:spcAft>
                <a:spcPts val="0"/>
              </a:spcAft>
              <a:buSzPct val="100000"/>
              <a:buChar char="●"/>
            </a:pPr>
            <a:r>
              <a:rPr lang="en-US" sz="4000"/>
              <a:t>Breast cancer (BC), which results from cellular mutations in breast tissue cells, is the most diagnosed cancer in the United States</a:t>
            </a:r>
            <a:endParaRPr sz="4000"/>
          </a:p>
          <a:p>
            <a:pPr indent="-387350" lvl="0" marL="457200" rtl="0" algn="l">
              <a:lnSpc>
                <a:spcPct val="100000"/>
              </a:lnSpc>
              <a:spcBef>
                <a:spcPts val="600"/>
              </a:spcBef>
              <a:spcAft>
                <a:spcPts val="0"/>
              </a:spcAft>
              <a:buSzPct val="100000"/>
              <a:buChar char="●"/>
            </a:pPr>
            <a:r>
              <a:rPr lang="en-US" sz="4000"/>
              <a:t>Accounted for approximately 15.5% of all new cancer cases and 6.8% of all cancer‑related deaths in 2025</a:t>
            </a:r>
            <a:endParaRPr sz="4000"/>
          </a:p>
          <a:p>
            <a:pPr indent="-387350" lvl="0" marL="457200" rtl="0" algn="l">
              <a:lnSpc>
                <a:spcPct val="100000"/>
              </a:lnSpc>
              <a:spcBef>
                <a:spcPts val="600"/>
              </a:spcBef>
              <a:spcAft>
                <a:spcPts val="0"/>
              </a:spcAft>
              <a:buSzPct val="100000"/>
              <a:buChar char="●"/>
            </a:pPr>
            <a:r>
              <a:rPr lang="en-US" sz="4000"/>
              <a:t>It has a 5‑year relative survival rate of nearly 91.7% (Makki, 2015; CDC, 2025)</a:t>
            </a:r>
            <a:endParaRPr sz="4000"/>
          </a:p>
          <a:p>
            <a:pPr indent="-387350" lvl="0" marL="457200" rtl="0" algn="l">
              <a:lnSpc>
                <a:spcPct val="100000"/>
              </a:lnSpc>
              <a:spcBef>
                <a:spcPts val="600"/>
              </a:spcBef>
              <a:spcAft>
                <a:spcPts val="0"/>
              </a:spcAft>
              <a:buSzPct val="100000"/>
              <a:buChar char="●"/>
            </a:pPr>
            <a:r>
              <a:rPr lang="en-US" sz="4000"/>
              <a:t>Women face a 13% lifetime risk of developing breast cancer, while men face a 1% lifetime risk (ACS, 2026)</a:t>
            </a:r>
            <a:endParaRPr sz="4000"/>
          </a:p>
          <a:p>
            <a:pPr indent="-387350" lvl="0" marL="457200" rtl="0" algn="l">
              <a:lnSpc>
                <a:spcPct val="100000"/>
              </a:lnSpc>
              <a:spcBef>
                <a:spcPts val="600"/>
              </a:spcBef>
              <a:spcAft>
                <a:spcPts val="0"/>
              </a:spcAft>
              <a:buSzPct val="100000"/>
              <a:buChar char="●"/>
            </a:pPr>
            <a:r>
              <a:rPr lang="en-US" sz="4000"/>
              <a:t>Leading cause of mortality in women worldwide, early and precise diagnostic interventions are essential</a:t>
            </a:r>
            <a:endParaRPr sz="4000"/>
          </a:p>
          <a:p>
            <a:pPr indent="0" lvl="0" marL="0" rtl="0" algn="l">
              <a:lnSpc>
                <a:spcPct val="100000"/>
              </a:lnSpc>
              <a:spcBef>
                <a:spcPts val="600"/>
              </a:spcBef>
              <a:spcAft>
                <a:spcPts val="6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Introduction</a:t>
            </a:r>
            <a:endParaRPr/>
          </a:p>
        </p:txBody>
      </p:sp>
      <p:sp>
        <p:nvSpPr>
          <p:cNvPr id="89" name="Google Shape;89;p15"/>
          <p:cNvSpPr txBox="1"/>
          <p:nvPr>
            <p:ph idx="1" type="body"/>
          </p:nvPr>
        </p:nvSpPr>
        <p:spPr>
          <a:xfrm>
            <a:off x="838200" y="1825625"/>
            <a:ext cx="10515600" cy="3781500"/>
          </a:xfrm>
          <a:prstGeom prst="rect">
            <a:avLst/>
          </a:prstGeom>
        </p:spPr>
        <p:txBody>
          <a:bodyPr anchorCtr="0" anchor="t" bIns="45700" lIns="91425" spcFirstLastPara="1" rIns="91425" wrap="square" tIns="45700">
            <a:normAutofit lnSpcReduction="10000"/>
          </a:bodyPr>
          <a:lstStyle/>
          <a:p>
            <a:pPr indent="-406400" lvl="0" marL="457200" rtl="0" algn="l">
              <a:lnSpc>
                <a:spcPct val="100000"/>
              </a:lnSpc>
              <a:spcBef>
                <a:spcPts val="600"/>
              </a:spcBef>
              <a:spcAft>
                <a:spcPts val="0"/>
              </a:spcAft>
              <a:buSzPts val="2800"/>
              <a:buChar char="●"/>
            </a:pPr>
            <a:r>
              <a:rPr lang="en-US"/>
              <a:t>T</a:t>
            </a:r>
            <a:r>
              <a:rPr lang="en-US"/>
              <a:t>raditional screening tools such as mammography, breast MRI, ultrasound, and PET scans often demonstrate limited accuracy, sometimes as low as 60–70%</a:t>
            </a:r>
            <a:endParaRPr/>
          </a:p>
          <a:p>
            <a:pPr indent="-406400" lvl="0" marL="457200" rtl="0" algn="l">
              <a:lnSpc>
                <a:spcPct val="100000"/>
              </a:lnSpc>
              <a:spcBef>
                <a:spcPts val="600"/>
              </a:spcBef>
              <a:spcAft>
                <a:spcPts val="0"/>
              </a:spcAft>
              <a:buSzPts val="2800"/>
              <a:buChar char="●"/>
            </a:pPr>
            <a:r>
              <a:rPr lang="en-US"/>
              <a:t>Advances in bioinformatics have introduced digital pathology, machine learning (ML), and deep learning (DL) as transformative approaches capable of improving diagnostic accuracy and classification performance (Jafari, 2024; Yedjou et al., 2021)</a:t>
            </a:r>
            <a:endParaRPr/>
          </a:p>
          <a:p>
            <a:pPr indent="0" lvl="0" marL="457200" rtl="0" algn="l">
              <a:lnSpc>
                <a:spcPct val="100000"/>
              </a:lnSpc>
              <a:spcBef>
                <a:spcPts val="600"/>
              </a:spcBef>
              <a:spcAft>
                <a:spcPts val="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Literature Search Methodology</a:t>
            </a:r>
            <a:endParaRPr/>
          </a:p>
        </p:txBody>
      </p:sp>
      <p:sp>
        <p:nvSpPr>
          <p:cNvPr id="95" name="Google Shape;95;p16"/>
          <p:cNvSpPr txBox="1"/>
          <p:nvPr>
            <p:ph idx="1" type="body"/>
          </p:nvPr>
        </p:nvSpPr>
        <p:spPr>
          <a:xfrm>
            <a:off x="838200" y="1825625"/>
            <a:ext cx="10515600" cy="3781500"/>
          </a:xfrm>
          <a:prstGeom prst="rect">
            <a:avLst/>
          </a:prstGeom>
        </p:spPr>
        <p:txBody>
          <a:bodyPr anchorCtr="0" anchor="t" bIns="45700" lIns="91425" spcFirstLastPara="1" rIns="91425" wrap="square" tIns="45700">
            <a:normAutofit lnSpcReduction="10000"/>
          </a:bodyPr>
          <a:lstStyle/>
          <a:p>
            <a:pPr indent="-406400" lvl="0" marL="457200" rtl="0" algn="l">
              <a:lnSpc>
                <a:spcPct val="100000"/>
              </a:lnSpc>
              <a:spcBef>
                <a:spcPts val="600"/>
              </a:spcBef>
              <a:spcAft>
                <a:spcPts val="0"/>
              </a:spcAft>
              <a:buSzPts val="2800"/>
              <a:buChar char="●"/>
            </a:pPr>
            <a:r>
              <a:rPr lang="en-US"/>
              <a:t>Peer‑reviewed journal articles and conference papers related to the application of ML and DL in breast cancer diagnosis and disease classification.</a:t>
            </a:r>
            <a:endParaRPr/>
          </a:p>
          <a:p>
            <a:pPr indent="-406400" lvl="0" marL="457200" rtl="0" algn="l">
              <a:lnSpc>
                <a:spcPct val="100000"/>
              </a:lnSpc>
              <a:spcBef>
                <a:spcPts val="600"/>
              </a:spcBef>
              <a:spcAft>
                <a:spcPts val="0"/>
              </a:spcAft>
              <a:buSzPts val="2800"/>
              <a:buChar char="●"/>
            </a:pPr>
            <a:r>
              <a:rPr lang="en-US"/>
              <a:t>keywords including “breast cancer diagnosis,” “machine learning,” “deep learning,” “disease classification,” “digital pathology,” and “medical imaging ML models.” Databases consulted included PubMed, IEEE Xplore, ScienceDirect, and Google Scholar.</a:t>
            </a:r>
            <a:endParaRPr/>
          </a:p>
          <a:p>
            <a:pPr indent="0" lvl="0" marL="0" rtl="0" algn="l">
              <a:spcBef>
                <a:spcPts val="100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7"/>
          <p:cNvSpPr txBox="1"/>
          <p:nvPr>
            <p:ph type="title"/>
          </p:nvPr>
        </p:nvSpPr>
        <p:spPr>
          <a:xfrm>
            <a:off x="551450" y="150050"/>
            <a:ext cx="109089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Team Member 1: Articles </a:t>
            </a:r>
            <a:r>
              <a:rPr lang="en-US"/>
              <a:t>Summary </a:t>
            </a:r>
            <a:r>
              <a:rPr lang="en-US" sz="2750"/>
              <a:t>/1</a:t>
            </a:r>
            <a:endParaRPr sz="2750"/>
          </a:p>
        </p:txBody>
      </p:sp>
      <p:sp>
        <p:nvSpPr>
          <p:cNvPr id="101" name="Google Shape;101;p17"/>
          <p:cNvSpPr txBox="1"/>
          <p:nvPr>
            <p:ph idx="1" type="body"/>
          </p:nvPr>
        </p:nvSpPr>
        <p:spPr>
          <a:xfrm>
            <a:off x="838200" y="1523550"/>
            <a:ext cx="10515600" cy="44433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800">
                <a:solidFill>
                  <a:schemeClr val="lt1"/>
                </a:solidFill>
                <a:latin typeface="Arial"/>
                <a:ea typeface="Arial"/>
                <a:cs typeface="Arial"/>
                <a:sym typeface="Arial"/>
              </a:rPr>
              <a:t>Research question / problem</a:t>
            </a:r>
            <a:br>
              <a:rPr b="1"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How accurately can supervised machine learning models predict breast cancer outcomes (benign vs. malignant diagnosis, treatment response, prognosis, or lymph node status) using structured clinical features and radiomics-based imaging features? (Al-Azzam &amp; Shatnawi, 2021; Zhou et al., 2024; Li et al., 2024; Xiao et al., 2022; Yao et al., 2024)</a:t>
            </a:r>
            <a:endParaRPr sz="1800">
              <a:solidFill>
                <a:schemeClr val="lt1"/>
              </a:solidFill>
              <a:latin typeface="Arial"/>
              <a:ea typeface="Arial"/>
              <a:cs typeface="Arial"/>
              <a:sym typeface="Arial"/>
            </a:endParaRPr>
          </a:p>
          <a:p>
            <a:pPr indent="0" lvl="0" marL="0" rtl="0" algn="l">
              <a:lnSpc>
                <a:spcPct val="115000"/>
              </a:lnSpc>
              <a:spcBef>
                <a:spcPts val="1200"/>
              </a:spcBef>
              <a:spcAft>
                <a:spcPts val="0"/>
              </a:spcAft>
              <a:buSzPts val="1100"/>
              <a:buNone/>
            </a:pPr>
            <a:r>
              <a:rPr b="1" lang="en-US" sz="1800">
                <a:solidFill>
                  <a:schemeClr val="lt1"/>
                </a:solidFill>
                <a:latin typeface="Arial"/>
                <a:ea typeface="Arial"/>
                <a:cs typeface="Arial"/>
                <a:sym typeface="Arial"/>
              </a:rPr>
              <a:t>Methodology (techniques, datasets, models used)</a:t>
            </a:r>
            <a:br>
              <a:rPr b="1"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Across studies, supervised models such as logistic regression, Naive Bayes, SVM, decision trees, random forests, gradient boosting (including XGBoost/LightGBM), k-NN, and ensemble methods are trained on either (1) tabular diagnostic datasets (e.g., WDBC-style feature sets) or (2) radiomics features extracted from imaging (MRI/ultrasound), sometimes combined with clinical variables. Typical evaluation uses train/validation/test splits or cross-validation with metrics like AUC, accuracy, sensitivity, and specificity.</a:t>
            </a:r>
            <a:endParaRPr sz="1800">
              <a:solidFill>
                <a:schemeClr val="lt1"/>
              </a:solidFill>
              <a:latin typeface="Arial"/>
              <a:ea typeface="Arial"/>
              <a:cs typeface="Arial"/>
              <a:sym typeface="Arial"/>
            </a:endParaRPr>
          </a:p>
          <a:p>
            <a:pPr indent="0" lvl="0" marL="0" rtl="0" algn="l">
              <a:lnSpc>
                <a:spcPct val="80000"/>
              </a:lnSpc>
              <a:spcBef>
                <a:spcPts val="1200"/>
              </a:spcBef>
              <a:spcAft>
                <a:spcPts val="0"/>
              </a:spcAft>
              <a:buSzPts val="852"/>
              <a:buNone/>
            </a:pPr>
            <a:r>
              <a:t/>
            </a:r>
            <a:endParaRPr b="1" sz="1052">
              <a:solidFill>
                <a:schemeClr val="lt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8"/>
          <p:cNvSpPr txBox="1"/>
          <p:nvPr>
            <p:ph type="title"/>
          </p:nvPr>
        </p:nvSpPr>
        <p:spPr>
          <a:xfrm>
            <a:off x="498450" y="257600"/>
            <a:ext cx="11195100" cy="11841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Team Member 1: Articles Summary </a:t>
            </a:r>
            <a:r>
              <a:rPr lang="en-US" sz="2750"/>
              <a:t>/2</a:t>
            </a:r>
            <a:endParaRPr/>
          </a:p>
        </p:txBody>
      </p:sp>
      <p:sp>
        <p:nvSpPr>
          <p:cNvPr id="107" name="Google Shape;107;p18"/>
          <p:cNvSpPr txBox="1"/>
          <p:nvPr>
            <p:ph idx="1" type="body"/>
          </p:nvPr>
        </p:nvSpPr>
        <p:spPr>
          <a:xfrm>
            <a:off x="838200" y="1381925"/>
            <a:ext cx="10515600" cy="45849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800">
                <a:solidFill>
                  <a:schemeClr val="lt1"/>
                </a:solidFill>
                <a:latin typeface="Arial"/>
                <a:ea typeface="Arial"/>
                <a:cs typeface="Arial"/>
                <a:sym typeface="Arial"/>
              </a:rPr>
              <a:t>Key findings</a:t>
            </a:r>
            <a:br>
              <a:rPr b="1"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Supervised learning models can achieve strong performance for breast cancer prediction tasks, with boosted trees and SVM-based approaches often ranking among the best performers for radiomics and clinical-feature classification. Studies also show that combining radiomics with clinical variables can improve prediction for clinically important outcomes such as treatment response and lymph node metastasis burden, while larger retrospective cohorts support ML-based prognosis modeling. (Zhou et al., 2024; Li et al., 2024; Xiao et al., 2022; Yao et al., 2024)</a:t>
            </a:r>
            <a:endParaRPr sz="1800">
              <a:solidFill>
                <a:schemeClr val="lt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800">
                <a:solidFill>
                  <a:schemeClr val="lt1"/>
                </a:solidFill>
                <a:latin typeface="Arial"/>
                <a:ea typeface="Arial"/>
                <a:cs typeface="Arial"/>
                <a:sym typeface="Arial"/>
              </a:rPr>
              <a:t>Strengths</a:t>
            </a:r>
            <a:br>
              <a:rPr b="1"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Several papers use comparative benchmarking across multiple supervised models and report clinically meaningful metrics (AUC, sensitivity, specificity), which supports model selection based on evidence rather than preference. Radiomics studies highlight practical feature engineering pipelines and show value in multimodal feature integration (clinical + imaging-derived features). Prognosis work benefits from larger cohort sizes and a clinically realistic endpoint. (Al-Azzam &amp; Shatnawi, 2021; Zhou et al., 2024; Li et al., 2024; Xiao et al., 2022; Yao et al., 2024)</a:t>
            </a:r>
            <a:endParaRPr sz="1800">
              <a:solidFill>
                <a:schemeClr val="lt1"/>
              </a:solidFill>
              <a:latin typeface="Arial"/>
              <a:ea typeface="Arial"/>
              <a:cs typeface="Arial"/>
              <a:sym typeface="Arial"/>
            </a:endParaRPr>
          </a:p>
          <a:p>
            <a:pPr indent="0" lvl="0" marL="0" rtl="0" algn="l">
              <a:lnSpc>
                <a:spcPct val="80000"/>
              </a:lnSpc>
              <a:spcBef>
                <a:spcPts val="1200"/>
              </a:spcBef>
              <a:spcAft>
                <a:spcPts val="0"/>
              </a:spcAft>
              <a:buSzPts val="852"/>
              <a:buNone/>
            </a:pPr>
            <a:r>
              <a:t/>
            </a:r>
            <a:endParaRPr b="1" sz="1052">
              <a:solidFill>
                <a:schemeClr val="lt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9"/>
          <p:cNvSpPr txBox="1"/>
          <p:nvPr>
            <p:ph type="title"/>
          </p:nvPr>
        </p:nvSpPr>
        <p:spPr>
          <a:xfrm>
            <a:off x="731225" y="281475"/>
            <a:ext cx="10837800" cy="11928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US"/>
              <a:t>Team Member 1: Articles Summary </a:t>
            </a:r>
            <a:r>
              <a:rPr lang="en-US" sz="2750"/>
              <a:t>/3</a:t>
            </a:r>
            <a:endParaRPr/>
          </a:p>
        </p:txBody>
      </p:sp>
      <p:sp>
        <p:nvSpPr>
          <p:cNvPr id="113" name="Google Shape;113;p19"/>
          <p:cNvSpPr txBox="1"/>
          <p:nvPr>
            <p:ph idx="1" type="body"/>
          </p:nvPr>
        </p:nvSpPr>
        <p:spPr>
          <a:xfrm>
            <a:off x="838200" y="1523550"/>
            <a:ext cx="10515600" cy="44433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800">
                <a:solidFill>
                  <a:schemeClr val="lt1"/>
                </a:solidFill>
                <a:latin typeface="Arial"/>
                <a:ea typeface="Arial"/>
                <a:cs typeface="Arial"/>
                <a:sym typeface="Arial"/>
              </a:rPr>
              <a:t>Limitations / gaps</a:t>
            </a:r>
            <a:br>
              <a:rPr b="1" lang="en-US" sz="1800">
                <a:solidFill>
                  <a:schemeClr val="lt1"/>
                </a:solidFill>
                <a:latin typeface="Arial"/>
                <a:ea typeface="Arial"/>
                <a:cs typeface="Arial"/>
                <a:sym typeface="Arial"/>
              </a:rPr>
            </a:br>
            <a:r>
              <a:rPr lang="en-US" sz="1800">
                <a:solidFill>
                  <a:schemeClr val="lt1"/>
                </a:solidFill>
                <a:latin typeface="Arial"/>
                <a:ea typeface="Arial"/>
                <a:cs typeface="Arial"/>
                <a:sym typeface="Arial"/>
              </a:rPr>
              <a:t> Generalizability remains a major concern due to dataset shift across institutions, scanners, and patient populations, especially in radiomics studies. Many studies rely on retrospective datasets with limited external validation, and performance can vary with preprocessing, feature extraction choices, and class imbalance handling. Interpretability and clinical deployment considerations are often secondary compared to predictive performance. (Li et al., 2024; Xiao et al., 2022; Yao et al., 2024)</a:t>
            </a:r>
            <a:endParaRPr sz="1800">
              <a:solidFill>
                <a:schemeClr val="lt1"/>
              </a:solidFill>
              <a:latin typeface="Arial"/>
              <a:ea typeface="Arial"/>
              <a:cs typeface="Arial"/>
              <a:sym typeface="Arial"/>
            </a:endParaRPr>
          </a:p>
          <a:p>
            <a:pPr indent="0" lvl="0" marL="0" rtl="0" algn="l">
              <a:lnSpc>
                <a:spcPct val="80000"/>
              </a:lnSpc>
              <a:spcBef>
                <a:spcPts val="1200"/>
              </a:spcBef>
              <a:spcAft>
                <a:spcPts val="0"/>
              </a:spcAft>
              <a:buSzPts val="852"/>
              <a:buNone/>
            </a:pPr>
            <a:r>
              <a:t/>
            </a:r>
            <a:endParaRPr b="1" sz="1052">
              <a:solidFill>
                <a:schemeClr val="lt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0"/>
          <p:cNvSpPr txBox="1"/>
          <p:nvPr>
            <p:ph type="title"/>
          </p:nvPr>
        </p:nvSpPr>
        <p:spPr>
          <a:xfrm>
            <a:off x="838200" y="365125"/>
            <a:ext cx="10515600" cy="13257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US"/>
              <a:t>Team Member 2: Articles Summary </a:t>
            </a:r>
            <a:r>
              <a:rPr lang="en-US" sz="2750"/>
              <a:t>/1</a:t>
            </a:r>
            <a:endParaRPr sz="2750"/>
          </a:p>
        </p:txBody>
      </p:sp>
      <p:sp>
        <p:nvSpPr>
          <p:cNvPr id="119" name="Google Shape;119;p20"/>
          <p:cNvSpPr txBox="1"/>
          <p:nvPr>
            <p:ph idx="1" type="body"/>
          </p:nvPr>
        </p:nvSpPr>
        <p:spPr>
          <a:xfrm>
            <a:off x="838200" y="1825625"/>
            <a:ext cx="10515600" cy="4080300"/>
          </a:xfrm>
          <a:prstGeom prst="rect">
            <a:avLst/>
          </a:prstGeom>
        </p:spPr>
        <p:txBody>
          <a:bodyPr anchorCtr="0" anchor="t" bIns="45700" lIns="91425" spcFirstLastPara="1" rIns="91425" wrap="square" tIns="45700">
            <a:normAutofit fontScale="62500" lnSpcReduction="10000"/>
          </a:bodyPr>
          <a:lstStyle/>
          <a:p>
            <a:pPr indent="-339725" lvl="0" marL="457200" rtl="0" algn="l">
              <a:lnSpc>
                <a:spcPct val="100000"/>
              </a:lnSpc>
              <a:spcBef>
                <a:spcPts val="600"/>
              </a:spcBef>
              <a:spcAft>
                <a:spcPts val="0"/>
              </a:spcAft>
              <a:buSzPct val="100000"/>
              <a:buChar char="●"/>
            </a:pPr>
            <a:r>
              <a:rPr lang="en-US"/>
              <a:t>The research papers showed that </a:t>
            </a:r>
            <a:r>
              <a:rPr lang="en-US"/>
              <a:t>machine learning (ML) consistently demonstrates promise for breast cancer detection, yet critical gaps remain.</a:t>
            </a:r>
            <a:endParaRPr/>
          </a:p>
          <a:p>
            <a:pPr indent="-339725" lvl="0" marL="457200" rtl="0" algn="l">
              <a:lnSpc>
                <a:spcPct val="100000"/>
              </a:lnSpc>
              <a:spcBef>
                <a:spcPts val="700"/>
              </a:spcBef>
              <a:spcAft>
                <a:spcPts val="0"/>
              </a:spcAft>
              <a:buSzPct val="100000"/>
              <a:buChar char="●"/>
            </a:pPr>
            <a:r>
              <a:rPr lang="en-US"/>
              <a:t>A major contribution across these studies is the validation of feature selection. By prioritizing high-impact variables like tumor size, age, and metastasis, researchers have significantly enhanced model reliability and reduced computational complexity (La Moglia &amp; Almustafa, 2025). </a:t>
            </a:r>
            <a:endParaRPr/>
          </a:p>
          <a:p>
            <a:pPr indent="-339725" lvl="0" marL="457200" rtl="0" algn="l">
              <a:lnSpc>
                <a:spcPct val="100000"/>
              </a:lnSpc>
              <a:spcBef>
                <a:spcPts val="700"/>
              </a:spcBef>
              <a:spcAft>
                <a:spcPts val="0"/>
              </a:spcAft>
              <a:buSzPct val="100000"/>
              <a:buChar char="●"/>
            </a:pPr>
            <a:r>
              <a:rPr lang="en-US"/>
              <a:t>Research studies utilizing the Wisconsin Breast Cancer dataset demonstrates that ML algorithms can effectively classify tumors by analyzing real-valued features of cell nuclei, such as radius, perimeter, and concavity (Yedjou et al., 2021). Studies assessed ML algorithms’ capability to classify breast tumors (benign vs. malignant) using features extracted from fine‑needle aspiration (FNA) images.</a:t>
            </a:r>
            <a:endParaRPr/>
          </a:p>
          <a:p>
            <a:pPr indent="-339725" lvl="0" marL="457200" rtl="0" algn="l">
              <a:lnSpc>
                <a:spcPct val="100000"/>
              </a:lnSpc>
              <a:spcBef>
                <a:spcPts val="700"/>
              </a:spcBef>
              <a:spcAft>
                <a:spcPts val="0"/>
              </a:spcAft>
              <a:buSzPct val="100000"/>
              <a:buChar char="●"/>
            </a:pPr>
            <a:r>
              <a:rPr lang="en-US"/>
              <a:t>Jafari et al (2023) provides a broad survey but primarily emphasizes classical ML. Yedjou et al. (2021) and Moglia et al. (2024) show high predictive accuracy on benchmark datasets, but their small, homogeneous samples limit clinical generalizability. </a:t>
            </a:r>
            <a:endParaRPr/>
          </a:p>
          <a:p>
            <a:pPr indent="-339725" lvl="0" marL="457200" rtl="0" algn="l">
              <a:lnSpc>
                <a:spcPct val="100000"/>
              </a:lnSpc>
              <a:spcBef>
                <a:spcPts val="700"/>
              </a:spcBef>
              <a:spcAft>
                <a:spcPts val="0"/>
              </a:spcAft>
              <a:buSzPct val="100000"/>
              <a:buChar char="●"/>
            </a:pPr>
            <a:r>
              <a:rPr lang="en-US"/>
              <a:t>Arravalli et al. (2025) addresses interpretability via explainable AI (XAI), enhancing trust, yet performance (84% F1) may be compromised, and real-world validation is lacking.</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1"/>
          <p:cNvSpPr txBox="1"/>
          <p:nvPr>
            <p:ph type="title"/>
          </p:nvPr>
        </p:nvSpPr>
        <p:spPr>
          <a:xfrm>
            <a:off x="838200" y="365125"/>
            <a:ext cx="10515600" cy="13257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US"/>
              <a:t>Team Member 2: Articles Summary </a:t>
            </a:r>
            <a:r>
              <a:rPr lang="en-US" sz="2750"/>
              <a:t>/2</a:t>
            </a:r>
            <a:endParaRPr/>
          </a:p>
        </p:txBody>
      </p:sp>
      <p:sp>
        <p:nvSpPr>
          <p:cNvPr id="125" name="Google Shape;125;p21"/>
          <p:cNvSpPr txBox="1"/>
          <p:nvPr>
            <p:ph idx="1" type="body"/>
          </p:nvPr>
        </p:nvSpPr>
        <p:spPr>
          <a:xfrm>
            <a:off x="838200" y="1825625"/>
            <a:ext cx="10515600" cy="4112700"/>
          </a:xfrm>
          <a:prstGeom prst="rect">
            <a:avLst/>
          </a:prstGeom>
        </p:spPr>
        <p:txBody>
          <a:bodyPr anchorCtr="0" anchor="t" bIns="45700" lIns="91425" spcFirstLastPara="1" rIns="91425" wrap="square" tIns="45700">
            <a:normAutofit fontScale="70000" lnSpcReduction="20000"/>
          </a:bodyPr>
          <a:lstStyle/>
          <a:p>
            <a:pPr indent="-353060" lvl="0" marL="457200" rtl="0" algn="l">
              <a:lnSpc>
                <a:spcPct val="100000"/>
              </a:lnSpc>
              <a:spcBef>
                <a:spcPts val="600"/>
              </a:spcBef>
              <a:spcAft>
                <a:spcPts val="0"/>
              </a:spcAft>
              <a:buSzPct val="100000"/>
              <a:buChar char="●"/>
            </a:pPr>
            <a:r>
              <a:rPr lang="en-US"/>
              <a:t>Methods used in these studies utilized traditional ML classifiers (SVM, k‑NN, Decision Trees, Random Forests, Naïve Bayes), and some deep learning (DL) methods. There was an emphasis on comparing performance (accuracy, recall, precision) across these models. </a:t>
            </a:r>
            <a:r>
              <a:rPr lang="en-US"/>
              <a:t>Notably, La Moglia and Almustafa (2025) found that Logistic Regression and Light Gradient Boosting Machine (LGBM) are highly effective, with testing accuracies exceeding 91%. </a:t>
            </a:r>
            <a:endParaRPr/>
          </a:p>
          <a:p>
            <a:pPr indent="0" lvl="0" marL="457200" rtl="0" algn="l">
              <a:lnSpc>
                <a:spcPct val="100000"/>
              </a:lnSpc>
              <a:spcBef>
                <a:spcPts val="600"/>
              </a:spcBef>
              <a:spcAft>
                <a:spcPts val="0"/>
              </a:spcAft>
              <a:buNone/>
            </a:pPr>
            <a:r>
              <a:rPr b="1" lang="en-US"/>
              <a:t>Key Findings</a:t>
            </a:r>
            <a:endParaRPr b="1"/>
          </a:p>
          <a:p>
            <a:pPr indent="-353060" lvl="0" marL="457200" rtl="0" algn="l">
              <a:lnSpc>
                <a:spcPct val="100000"/>
              </a:lnSpc>
              <a:spcBef>
                <a:spcPts val="600"/>
              </a:spcBef>
              <a:spcAft>
                <a:spcPts val="0"/>
              </a:spcAft>
              <a:buSzPct val="100000"/>
              <a:buChar char="●"/>
            </a:pPr>
            <a:r>
              <a:rPr lang="en-US"/>
              <a:t>Classic ML methods like SVM, k‑NN, and ANN show strong classification performance in many studies. ANN models often achieve high precision and accuracy across studies; ensemble methods can improve robustness. Deep learning techniques show promise but are less prevalent in older studies.</a:t>
            </a:r>
            <a:endParaRPr/>
          </a:p>
          <a:p>
            <a:pPr indent="457200" lvl="0" marL="0" rtl="0" algn="l">
              <a:lnSpc>
                <a:spcPct val="100000"/>
              </a:lnSpc>
              <a:spcBef>
                <a:spcPts val="600"/>
              </a:spcBef>
              <a:spcAft>
                <a:spcPts val="0"/>
              </a:spcAft>
              <a:buNone/>
            </a:pPr>
            <a:r>
              <a:rPr b="1" lang="en-US"/>
              <a:t>Strengths</a:t>
            </a:r>
            <a:endParaRPr b="1"/>
          </a:p>
          <a:p>
            <a:pPr indent="-353060" lvl="0" marL="457200" rtl="0" algn="l">
              <a:lnSpc>
                <a:spcPct val="100000"/>
              </a:lnSpc>
              <a:spcBef>
                <a:spcPts val="600"/>
              </a:spcBef>
              <a:spcAft>
                <a:spcPts val="0"/>
              </a:spcAft>
              <a:buSzPct val="100000"/>
              <a:buChar char="●"/>
            </a:pPr>
            <a:r>
              <a:rPr lang="en-US"/>
              <a:t>The 2025 Arravalli et al. study incorporates XAI, improving clinical trust. However, its F1 scores (84%) suggest that high interpretability came at a performance cost because real-world datasets may be more complex. Demonstrated the viability of ML for diagnostic classification tasks with high accuracy.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2"/>
          <p:cNvSpPr txBox="1"/>
          <p:nvPr>
            <p:ph type="title"/>
          </p:nvPr>
        </p:nvSpPr>
        <p:spPr>
          <a:xfrm>
            <a:off x="838200" y="365125"/>
            <a:ext cx="10515600" cy="13257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US"/>
              <a:t>Team Member 2: Articles Summary </a:t>
            </a:r>
            <a:r>
              <a:rPr lang="en-US" sz="2750"/>
              <a:t>/3</a:t>
            </a:r>
            <a:endParaRPr/>
          </a:p>
        </p:txBody>
      </p:sp>
      <p:sp>
        <p:nvSpPr>
          <p:cNvPr id="131" name="Google Shape;131;p22"/>
          <p:cNvSpPr txBox="1"/>
          <p:nvPr>
            <p:ph idx="1" type="body"/>
          </p:nvPr>
        </p:nvSpPr>
        <p:spPr>
          <a:xfrm>
            <a:off x="838200" y="1825625"/>
            <a:ext cx="10515600" cy="3781500"/>
          </a:xfrm>
          <a:prstGeom prst="rect">
            <a:avLst/>
          </a:prstGeom>
        </p:spPr>
        <p:txBody>
          <a:bodyPr anchorCtr="0" anchor="t" bIns="45700" lIns="91425" spcFirstLastPara="1" rIns="91425" wrap="square" tIns="45700">
            <a:normAutofit fontScale="77500" lnSpcReduction="10000"/>
          </a:bodyPr>
          <a:lstStyle/>
          <a:p>
            <a:pPr indent="0" lvl="0" marL="0" rtl="0" algn="l">
              <a:lnSpc>
                <a:spcPct val="100000"/>
              </a:lnSpc>
              <a:spcBef>
                <a:spcPts val="600"/>
              </a:spcBef>
              <a:spcAft>
                <a:spcPts val="0"/>
              </a:spcAft>
              <a:buNone/>
            </a:pPr>
            <a:r>
              <a:rPr b="1" lang="en-US"/>
              <a:t>Limitations</a:t>
            </a:r>
            <a:endParaRPr/>
          </a:p>
          <a:p>
            <a:pPr indent="-366395" lvl="0" marL="457200" rtl="0" algn="l">
              <a:lnSpc>
                <a:spcPct val="115000"/>
              </a:lnSpc>
              <a:spcBef>
                <a:spcPts val="600"/>
              </a:spcBef>
              <a:spcAft>
                <a:spcPts val="0"/>
              </a:spcAft>
              <a:buSzPct val="100000"/>
              <a:buChar char="●"/>
            </a:pPr>
            <a:r>
              <a:rPr lang="en-US"/>
              <a:t>Majority of models are trained/evaluated in controlled benchmarks rather than clinical environment. Clinical validation and explainability aspects remain underexplored.</a:t>
            </a:r>
            <a:endParaRPr/>
          </a:p>
          <a:p>
            <a:pPr indent="-366395" lvl="0" marL="457200" rtl="0" algn="l">
              <a:lnSpc>
                <a:spcPct val="115000"/>
              </a:lnSpc>
              <a:spcBef>
                <a:spcPts val="0"/>
              </a:spcBef>
              <a:spcAft>
                <a:spcPts val="0"/>
              </a:spcAft>
              <a:buSzPct val="100000"/>
              <a:buChar char="●"/>
            </a:pPr>
            <a:r>
              <a:rPr lang="en-US"/>
              <a:t>Lack of clinical validation in real healthcare settings. Predominant reliance on older benchmark datasets with limited diversity. </a:t>
            </a:r>
            <a:endParaRPr/>
          </a:p>
          <a:p>
            <a:pPr indent="-366395" lvl="0" marL="457200" rtl="0" algn="l">
              <a:lnSpc>
                <a:spcPct val="115000"/>
              </a:lnSpc>
              <a:spcBef>
                <a:spcPts val="0"/>
              </a:spcBef>
              <a:spcAft>
                <a:spcPts val="0"/>
              </a:spcAft>
              <a:buSzPct val="100000"/>
              <a:buChar char="●"/>
            </a:pPr>
            <a:r>
              <a:rPr lang="en-US"/>
              <a:t>Predominant focus on classification without integration of multimodal clinical/genomic data. </a:t>
            </a:r>
            <a:endParaRPr/>
          </a:p>
          <a:p>
            <a:pPr indent="-366395" lvl="0" marL="457200" rtl="0" algn="l">
              <a:lnSpc>
                <a:spcPct val="115000"/>
              </a:lnSpc>
              <a:spcBef>
                <a:spcPts val="0"/>
              </a:spcBef>
              <a:spcAft>
                <a:spcPts val="0"/>
              </a:spcAft>
              <a:buSzPct val="100000"/>
              <a:buChar char="●"/>
            </a:pPr>
            <a:r>
              <a:rPr lang="en-US"/>
              <a:t>Sparse integration of multimodal data (imaging + clinical + genomics).</a:t>
            </a:r>
            <a:endParaRPr/>
          </a:p>
          <a:p>
            <a:pPr indent="-366395" lvl="0" marL="457200" rtl="0" algn="l">
              <a:lnSpc>
                <a:spcPct val="115000"/>
              </a:lnSpc>
              <a:spcBef>
                <a:spcPts val="0"/>
              </a:spcBef>
              <a:spcAft>
                <a:spcPts val="0"/>
              </a:spcAft>
              <a:buSzPct val="100000"/>
              <a:buChar char="●"/>
            </a:pPr>
            <a:r>
              <a:rPr lang="en-US"/>
              <a:t>Explainability increases complexity and may require specialized clinician training.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3"/>
          <p:cNvSpPr txBox="1"/>
          <p:nvPr>
            <p:ph type="title"/>
          </p:nvPr>
        </p:nvSpPr>
        <p:spPr>
          <a:xfrm>
            <a:off x="838200" y="157300"/>
            <a:ext cx="10515600" cy="11535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US"/>
              <a:t>Team Member 3: Articles Summary </a:t>
            </a:r>
            <a:r>
              <a:rPr lang="en-US" sz="2750"/>
              <a:t>/1</a:t>
            </a:r>
            <a:endParaRPr sz="2750"/>
          </a:p>
        </p:txBody>
      </p:sp>
      <p:sp>
        <p:nvSpPr>
          <p:cNvPr id="137" name="Google Shape;137;p23"/>
          <p:cNvSpPr txBox="1"/>
          <p:nvPr>
            <p:ph idx="1" type="body"/>
          </p:nvPr>
        </p:nvSpPr>
        <p:spPr>
          <a:xfrm>
            <a:off x="1065225" y="1259300"/>
            <a:ext cx="10515600" cy="4774500"/>
          </a:xfrm>
          <a:prstGeom prst="rect">
            <a:avLst/>
          </a:prstGeom>
        </p:spPr>
        <p:txBody>
          <a:bodyPr anchorCtr="0" anchor="t" bIns="45700" lIns="91425" spcFirstLastPara="1" rIns="91425" wrap="square" tIns="45700">
            <a:normAutofit fontScale="25000" lnSpcReduction="20000"/>
          </a:bodyPr>
          <a:lstStyle/>
          <a:p>
            <a:pPr indent="0" lvl="0" marL="0" rtl="0" algn="l">
              <a:lnSpc>
                <a:spcPct val="115000"/>
              </a:lnSpc>
              <a:spcBef>
                <a:spcPts val="1200"/>
              </a:spcBef>
              <a:spcAft>
                <a:spcPts val="0"/>
              </a:spcAft>
              <a:buNone/>
            </a:pPr>
            <a:r>
              <a:rPr lang="en-US" sz="6800">
                <a:solidFill>
                  <a:schemeClr val="lt1"/>
                </a:solidFill>
                <a:latin typeface="Arial"/>
                <a:ea typeface="Arial"/>
                <a:cs typeface="Arial"/>
                <a:sym typeface="Arial"/>
              </a:rPr>
              <a:t>Problem / Research Question:Breast cancer is one of the leading health issues, and its early diagnosis is critical to increasing the survival rates. Scientists consider the potential of machine learning and deep learning algorithms to enhance the diagnostic precision and help medical practitioners detect cancer earlier (Reddy et al., 2024; Ghantasala et al., 2023; Ahmed et al., 2025; Edafetanure-Ibeh et al., 2025; Brunyé et al., 2024). </a:t>
            </a:r>
            <a:endParaRPr sz="6800">
              <a:solidFill>
                <a:schemeClr val="lt1"/>
              </a:solidFill>
              <a:latin typeface="Arial"/>
              <a:ea typeface="Arial"/>
              <a:cs typeface="Arial"/>
              <a:sym typeface="Arial"/>
            </a:endParaRPr>
          </a:p>
          <a:p>
            <a:pPr indent="0" lvl="0" marL="0" rtl="0" algn="l">
              <a:lnSpc>
                <a:spcPct val="115000"/>
              </a:lnSpc>
              <a:spcBef>
                <a:spcPts val="1200"/>
              </a:spcBef>
              <a:spcAft>
                <a:spcPts val="0"/>
              </a:spcAft>
              <a:buNone/>
            </a:pPr>
            <a:r>
              <a:rPr lang="en-US" sz="6800">
                <a:solidFill>
                  <a:schemeClr val="lt1"/>
                </a:solidFill>
                <a:latin typeface="Arial"/>
                <a:ea typeface="Arial"/>
                <a:cs typeface="Arial"/>
                <a:sym typeface="Arial"/>
              </a:rPr>
              <a:t>Methodology / Approaches Used: The experiments deploy machine learning tools, like Support Vector Machines, ensemble learning, Random Forest,Boosting, Neural Network and deep learning algorithms, like Convolutional Neural Networks, to the breast cancer data and medical pictures. There are also hybrid designs of CNNs and transformers, which are some of the approaches (Reddy et al., 2024; Ghantasala et al., 2023; Ahmed et al., 2025; Edafetanure-Ibeh et al., 2025; Brunyé et al., 2024)</a:t>
            </a:r>
            <a:endParaRPr sz="6800">
              <a:solidFill>
                <a:schemeClr val="lt1"/>
              </a:solidFill>
              <a:latin typeface="Arial"/>
              <a:ea typeface="Arial"/>
              <a:cs typeface="Arial"/>
              <a:sym typeface="Arial"/>
            </a:endParaRPr>
          </a:p>
          <a:p>
            <a:pPr indent="0" lvl="0" marL="0" rtl="0" algn="l">
              <a:lnSpc>
                <a:spcPct val="115000"/>
              </a:lnSpc>
              <a:spcBef>
                <a:spcPts val="1200"/>
              </a:spcBef>
              <a:spcAft>
                <a:spcPts val="0"/>
              </a:spcAft>
              <a:buNone/>
            </a:pPr>
            <a:r>
              <a:rPr lang="en-US" sz="6800">
                <a:solidFill>
                  <a:schemeClr val="lt1"/>
                </a:solidFill>
                <a:latin typeface="Arial"/>
                <a:ea typeface="Arial"/>
                <a:cs typeface="Arial"/>
                <a:sym typeface="Arial"/>
              </a:rPr>
              <a:t>Key Findings: Findings indicate that machine learning models have the potential to enhance the accuracy of breast cancer detection by a very high margin. CNN and other deep learning methods can be more effective compared to traditional algorithms, such as SVM, and ensemble and hybrid models can also be utilized to improve predictive accuracy and diagnostic assistance (Reddy et al., 2024; Ghantasala et al., 2023; Ahmed et al.</a:t>
            </a:r>
            <a:r>
              <a:rPr lang="en-US" sz="6800">
                <a:solidFill>
                  <a:schemeClr val="dk1"/>
                </a:solidFill>
                <a:latin typeface="Arial"/>
                <a:ea typeface="Arial"/>
                <a:cs typeface="Arial"/>
                <a:sym typeface="Arial"/>
              </a:rPr>
              <a:t>, </a:t>
            </a:r>
            <a:r>
              <a:rPr lang="en-US" sz="6800">
                <a:solidFill>
                  <a:schemeClr val="lt1"/>
                </a:solidFill>
                <a:latin typeface="Arial"/>
                <a:ea typeface="Arial"/>
                <a:cs typeface="Arial"/>
                <a:sym typeface="Arial"/>
              </a:rPr>
              <a:t>2025; Edafetanure-Ibeh et al., 2025; Brunyé et al., 2024).</a:t>
            </a:r>
            <a:endParaRPr sz="6800">
              <a:solidFill>
                <a:schemeClr val="lt1"/>
              </a:solidFill>
              <a:latin typeface="Arial"/>
              <a:ea typeface="Arial"/>
              <a:cs typeface="Arial"/>
              <a:sym typeface="Arial"/>
            </a:endParaRPr>
          </a:p>
          <a:p>
            <a:pPr indent="0" lvl="0" marL="0" rtl="0" algn="l">
              <a:lnSpc>
                <a:spcPct val="115000"/>
              </a:lnSpc>
              <a:spcBef>
                <a:spcPts val="1200"/>
              </a:spcBef>
              <a:spcAft>
                <a:spcPts val="0"/>
              </a:spcAft>
              <a:buClr>
                <a:schemeClr val="dk1"/>
              </a:buClr>
              <a:buSzPts val="275"/>
              <a:buFont typeface="Arial"/>
              <a:buNone/>
            </a:pPr>
            <a:r>
              <a:t/>
            </a:r>
            <a:endParaRPr sz="5500">
              <a:solidFill>
                <a:schemeClr val="lt1"/>
              </a:solidFill>
              <a:latin typeface="Arial"/>
              <a:ea typeface="Arial"/>
              <a:cs typeface="Arial"/>
              <a:sym typeface="Arial"/>
            </a:endParaRPr>
          </a:p>
          <a:p>
            <a:pPr indent="0" lvl="0" marL="0" rtl="0" algn="l">
              <a:lnSpc>
                <a:spcPct val="115000"/>
              </a:lnSpc>
              <a:spcBef>
                <a:spcPts val="1200"/>
              </a:spcBef>
              <a:spcAft>
                <a:spcPts val="0"/>
              </a:spcAft>
              <a:buNone/>
            </a:pPr>
            <a:r>
              <a:t/>
            </a:r>
            <a:endParaRPr sz="1800">
              <a:solidFill>
                <a:schemeClr val="lt1"/>
              </a:solidFill>
              <a:latin typeface="Arial"/>
              <a:ea typeface="Arial"/>
              <a:cs typeface="Arial"/>
              <a:sym typeface="Arial"/>
            </a:endParaRPr>
          </a:p>
          <a:p>
            <a:pPr indent="0" lvl="0" marL="0" rtl="0" algn="l">
              <a:lnSpc>
                <a:spcPct val="115000"/>
              </a:lnSpc>
              <a:spcBef>
                <a:spcPts val="1200"/>
              </a:spcBef>
              <a:spcAft>
                <a:spcPts val="0"/>
              </a:spcAft>
              <a:buNone/>
            </a:pPr>
            <a:r>
              <a:t/>
            </a:r>
            <a:endParaRPr sz="1800">
              <a:solidFill>
                <a:schemeClr val="lt1"/>
              </a:solidFill>
              <a:latin typeface="Arial"/>
              <a:ea typeface="Arial"/>
              <a:cs typeface="Arial"/>
              <a:sym typeface="Arial"/>
            </a:endParaRPr>
          </a:p>
          <a:p>
            <a:pPr indent="0" lvl="0" marL="0" rtl="0" algn="l">
              <a:lnSpc>
                <a:spcPct val="100000"/>
              </a:lnSpc>
              <a:spcBef>
                <a:spcPts val="1200"/>
              </a:spcBef>
              <a:spcAft>
                <a:spcPts val="600"/>
              </a:spcAft>
              <a:buNone/>
            </a:pPr>
            <a:r>
              <a:t/>
            </a:r>
            <a:endParaRPr>
              <a:solidFill>
                <a:schemeClr val="l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4"/>
          <p:cNvSpPr txBox="1"/>
          <p:nvPr>
            <p:ph type="title"/>
          </p:nvPr>
        </p:nvSpPr>
        <p:spPr>
          <a:xfrm>
            <a:off x="838200" y="365125"/>
            <a:ext cx="10515600" cy="9897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ts val="990"/>
              <a:buFont typeface="Arial"/>
              <a:buNone/>
            </a:pPr>
            <a:r>
              <a:rPr lang="en-US"/>
              <a:t>Team Member 3: Articles Summary </a:t>
            </a:r>
            <a:r>
              <a:rPr lang="en-US" sz="2750"/>
              <a:t>/2</a:t>
            </a:r>
            <a:endParaRPr/>
          </a:p>
        </p:txBody>
      </p:sp>
      <p:sp>
        <p:nvSpPr>
          <p:cNvPr id="143" name="Google Shape;143;p24"/>
          <p:cNvSpPr txBox="1"/>
          <p:nvPr>
            <p:ph idx="1" type="body"/>
          </p:nvPr>
        </p:nvSpPr>
        <p:spPr>
          <a:xfrm>
            <a:off x="838200" y="1538250"/>
            <a:ext cx="10515600" cy="3781500"/>
          </a:xfrm>
          <a:prstGeom prst="rect">
            <a:avLst/>
          </a:prstGeom>
        </p:spPr>
        <p:txBody>
          <a:bodyPr anchorCtr="0" anchor="t" bIns="45700" lIns="91425" spcFirstLastPara="1" rIns="91425" wrap="square" tIns="45700">
            <a:normAutofit lnSpcReduction="20000"/>
          </a:bodyPr>
          <a:lstStyle/>
          <a:p>
            <a:pPr indent="-342900" lvl="0" marL="457200" rtl="0" algn="l">
              <a:lnSpc>
                <a:spcPct val="115000"/>
              </a:lnSpc>
              <a:spcBef>
                <a:spcPts val="600"/>
              </a:spcBef>
              <a:spcAft>
                <a:spcPts val="0"/>
              </a:spcAft>
              <a:buClr>
                <a:schemeClr val="lt1"/>
              </a:buClr>
              <a:buSzPts val="1800"/>
              <a:buChar char="●"/>
            </a:pPr>
            <a:r>
              <a:rPr lang="en-US" sz="1800">
                <a:solidFill>
                  <a:schemeClr val="lt1"/>
                </a:solidFill>
              </a:rPr>
              <a:t>Strengths: The articles prove that machine learning methods can be effective in the case of breast cancer diagnosis. Various algorithms and datasets are compared and reliable data is used (Wisconsin Breast Cancer Dataset) and new algorithms ( ensemble and hybrid models ) are used to improve the accuracy of the diagnostic signal (Reddy et al., 2024; Ghantasala et al., 2023; Ahmed et al., 2025; Edafetanure-Ibeh et al., 2025; Brunyé et al., 2024).</a:t>
            </a:r>
            <a:endParaRPr sz="1800">
              <a:solidFill>
                <a:schemeClr val="lt1"/>
              </a:solidFill>
            </a:endParaRPr>
          </a:p>
          <a:p>
            <a:pPr indent="-342900" lvl="0" marL="457200" rtl="0" algn="l">
              <a:lnSpc>
                <a:spcPct val="115000"/>
              </a:lnSpc>
              <a:spcBef>
                <a:spcPts val="600"/>
              </a:spcBef>
              <a:spcAft>
                <a:spcPts val="0"/>
              </a:spcAft>
              <a:buClr>
                <a:schemeClr val="lt1"/>
              </a:buClr>
              <a:buSzPts val="1800"/>
              <a:buChar char="●"/>
            </a:pPr>
            <a:r>
              <a:rPr lang="en-US" sz="1800">
                <a:solidFill>
                  <a:schemeClr val="lt1"/>
                </a:solidFill>
              </a:rPr>
              <a:t> Limitations / Research Gaps: Although these findings are encouraging, a lot of research is based on small data sets and cannot interpret their models, which can influence clinical confidence and external validity. Also, the adoption of machine learning systems in actual healthcare processes is one of the primary challenges, which still should be the focus of future research (Reddy et al., 2024; Ghantasala et al., 2023; Ahmed et al., 2025; Edafetanure-Ibeh et al., 2025; Brunyé et al., 2024).</a:t>
            </a:r>
            <a:endParaRPr sz="1800">
              <a:solidFill>
                <a:schemeClr val="lt1"/>
              </a:solidFill>
            </a:endParaRPr>
          </a:p>
          <a:p>
            <a:pPr indent="0" lvl="0" marL="0" rtl="0" algn="l">
              <a:lnSpc>
                <a:spcPct val="115000"/>
              </a:lnSpc>
              <a:spcBef>
                <a:spcPts val="1200"/>
              </a:spcBef>
              <a:spcAft>
                <a:spcPts val="0"/>
              </a:spcAft>
              <a:buClr>
                <a:schemeClr val="dk1"/>
              </a:buClr>
              <a:buSzPts val="1100"/>
              <a:buFont typeface="Arial"/>
              <a:buNone/>
            </a:pPr>
            <a:r>
              <a:t/>
            </a:r>
            <a:endParaRPr sz="1800">
              <a:solidFill>
                <a:schemeClr val="lt1"/>
              </a:solidFill>
            </a:endParaRPr>
          </a:p>
          <a:p>
            <a:pPr indent="0" lvl="0" marL="0" rtl="0" algn="l">
              <a:spcBef>
                <a:spcPts val="1200"/>
              </a:spcBef>
              <a:spcAft>
                <a:spcPts val="0"/>
              </a:spcAft>
              <a:buNone/>
            </a:pPr>
            <a:r>
              <a:t/>
            </a:r>
            <a:endParaRPr sz="1100">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Research Gaps</a:t>
            </a:r>
            <a:endParaRPr/>
          </a:p>
        </p:txBody>
      </p:sp>
      <p:sp>
        <p:nvSpPr>
          <p:cNvPr id="149" name="Google Shape;149;p25"/>
          <p:cNvSpPr txBox="1"/>
          <p:nvPr>
            <p:ph idx="1" type="body"/>
          </p:nvPr>
        </p:nvSpPr>
        <p:spPr>
          <a:xfrm>
            <a:off x="838200" y="1825625"/>
            <a:ext cx="10515600" cy="3781500"/>
          </a:xfrm>
          <a:prstGeom prst="rect">
            <a:avLst/>
          </a:prstGeom>
        </p:spPr>
        <p:txBody>
          <a:bodyPr anchorCtr="0" anchor="t" bIns="45700" lIns="91425" spcFirstLastPara="1" rIns="91425" wrap="square" tIns="45700">
            <a:normAutofit/>
          </a:bodyPr>
          <a:lstStyle/>
          <a:p>
            <a:pPr indent="-381000" lvl="0" marL="457200" rtl="0" algn="l">
              <a:lnSpc>
                <a:spcPct val="100000"/>
              </a:lnSpc>
              <a:spcBef>
                <a:spcPts val="600"/>
              </a:spcBef>
              <a:spcAft>
                <a:spcPts val="0"/>
              </a:spcAft>
              <a:buSzPts val="2400"/>
              <a:buChar char="▪"/>
            </a:pPr>
            <a:r>
              <a:rPr lang="en-US" sz="2400"/>
              <a:t>Small sample sizes and class imbalance.</a:t>
            </a:r>
            <a:endParaRPr sz="2400"/>
          </a:p>
          <a:p>
            <a:pPr indent="-381000" lvl="0" marL="457200" rtl="0" algn="l">
              <a:lnSpc>
                <a:spcPct val="100000"/>
              </a:lnSpc>
              <a:spcBef>
                <a:spcPts val="600"/>
              </a:spcBef>
              <a:spcAft>
                <a:spcPts val="0"/>
              </a:spcAft>
              <a:buSzPts val="2400"/>
              <a:buChar char="▪"/>
            </a:pPr>
            <a:r>
              <a:rPr lang="en-US" sz="2400"/>
              <a:t>Challenges in integrating ML models into real clinical workflows.</a:t>
            </a:r>
            <a:endParaRPr sz="2400"/>
          </a:p>
          <a:p>
            <a:pPr indent="-381000" lvl="0" marL="457200" rtl="0" algn="l">
              <a:lnSpc>
                <a:spcPct val="100000"/>
              </a:lnSpc>
              <a:spcBef>
                <a:spcPts val="600"/>
              </a:spcBef>
              <a:spcAft>
                <a:spcPts val="0"/>
              </a:spcAft>
              <a:buSzPts val="2400"/>
              <a:buChar char="▪"/>
            </a:pPr>
            <a:r>
              <a:rPr lang="en-US" sz="2400"/>
              <a:t>Need for better feature selection and data quality.</a:t>
            </a:r>
            <a:endParaRPr sz="2400"/>
          </a:p>
          <a:p>
            <a:pPr indent="-381000" lvl="0" marL="457200" rtl="0" algn="l">
              <a:lnSpc>
                <a:spcPct val="100000"/>
              </a:lnSpc>
              <a:spcBef>
                <a:spcPts val="600"/>
              </a:spcBef>
              <a:spcAft>
                <a:spcPts val="0"/>
              </a:spcAft>
              <a:buSzPts val="2400"/>
              <a:buChar char="▪"/>
            </a:pPr>
            <a:r>
              <a:rPr lang="en-US" sz="2400"/>
              <a:t>Insufficient external validation.</a:t>
            </a:r>
            <a:endParaRPr sz="2400"/>
          </a:p>
          <a:p>
            <a:pPr indent="-381000" lvl="0" marL="457200" rtl="0" algn="l">
              <a:lnSpc>
                <a:spcPct val="100000"/>
              </a:lnSpc>
              <a:spcBef>
                <a:spcPts val="600"/>
              </a:spcBef>
              <a:spcAft>
                <a:spcPts val="0"/>
              </a:spcAft>
              <a:buSzPts val="2400"/>
              <a:buChar char="▪"/>
            </a:pPr>
            <a:r>
              <a:rPr lang="en-US" sz="2400"/>
              <a:t>Limited generalizability of machine learning models.</a:t>
            </a:r>
            <a:endParaRPr sz="2400"/>
          </a:p>
          <a:p>
            <a:pPr indent="-381000" lvl="0" marL="457200" rtl="0" algn="l">
              <a:lnSpc>
                <a:spcPct val="100000"/>
              </a:lnSpc>
              <a:spcBef>
                <a:spcPts val="600"/>
              </a:spcBef>
              <a:spcAft>
                <a:spcPts val="0"/>
              </a:spcAft>
              <a:buSzPts val="2400"/>
              <a:buChar char="▪"/>
            </a:pPr>
            <a:r>
              <a:rPr lang="en-US" sz="2400"/>
              <a:t>Heterogeneity of datasets across studies.</a:t>
            </a:r>
            <a:endParaRPr sz="2400"/>
          </a:p>
          <a:p>
            <a:pPr indent="-381000" lvl="0" marL="457200" rtl="0" algn="l">
              <a:lnSpc>
                <a:spcPct val="100000"/>
              </a:lnSpc>
              <a:spcBef>
                <a:spcPts val="600"/>
              </a:spcBef>
              <a:spcAft>
                <a:spcPts val="600"/>
              </a:spcAft>
              <a:buSzPts val="2400"/>
              <a:buChar char="▪"/>
            </a:pPr>
            <a:r>
              <a:rPr lang="en-US" sz="2400"/>
              <a:t>Limited diagnostic accuracy of traditional screening methods.</a:t>
            </a:r>
            <a:endParaRPr sz="24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6"/>
          <p:cNvSpPr txBox="1"/>
          <p:nvPr>
            <p:ph type="title"/>
          </p:nvPr>
        </p:nvSpPr>
        <p:spPr>
          <a:xfrm>
            <a:off x="838200" y="365125"/>
            <a:ext cx="10515600" cy="7491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US"/>
              <a:t>Research question</a:t>
            </a:r>
            <a:endParaRPr/>
          </a:p>
        </p:txBody>
      </p:sp>
      <p:sp>
        <p:nvSpPr>
          <p:cNvPr id="155" name="Google Shape;155;p26"/>
          <p:cNvSpPr txBox="1"/>
          <p:nvPr>
            <p:ph idx="1" type="body"/>
          </p:nvPr>
        </p:nvSpPr>
        <p:spPr>
          <a:xfrm>
            <a:off x="838200" y="1825625"/>
            <a:ext cx="10515600" cy="3781500"/>
          </a:xfrm>
          <a:prstGeom prst="rect">
            <a:avLst/>
          </a:prstGeom>
        </p:spPr>
        <p:txBody>
          <a:bodyPr anchorCtr="0" anchor="t" bIns="45700" lIns="91425" spcFirstLastPara="1" rIns="91425" wrap="square" tIns="45700">
            <a:normAutofit/>
          </a:bodyPr>
          <a:lstStyle/>
          <a:p>
            <a:pPr indent="0" lvl="0" marL="228600" rtl="0" algn="l">
              <a:lnSpc>
                <a:spcPct val="115833"/>
              </a:lnSpc>
              <a:spcBef>
                <a:spcPts val="0"/>
              </a:spcBef>
              <a:spcAft>
                <a:spcPts val="0"/>
              </a:spcAft>
              <a:buNone/>
            </a:pPr>
            <a:r>
              <a:t/>
            </a:r>
            <a:endParaRPr sz="2000">
              <a:solidFill>
                <a:schemeClr val="lt1"/>
              </a:solidFill>
            </a:endParaRPr>
          </a:p>
          <a:p>
            <a:pPr indent="0" lvl="0" marL="228600" rtl="0" algn="l">
              <a:lnSpc>
                <a:spcPct val="115833"/>
              </a:lnSpc>
              <a:spcBef>
                <a:spcPts val="800"/>
              </a:spcBef>
              <a:spcAft>
                <a:spcPts val="0"/>
              </a:spcAft>
              <a:buNone/>
            </a:pPr>
            <a:r>
              <a:rPr lang="en-US" sz="2400">
                <a:solidFill>
                  <a:schemeClr val="lt1"/>
                </a:solidFill>
              </a:rPr>
              <a:t>Can ensemble machine learning methods help improve predictive accuracy of breast cancer diagnosis using the Wisconsin Breast Cancer dataset?</a:t>
            </a:r>
            <a:endParaRPr sz="2400">
              <a:solidFill>
                <a:schemeClr val="lt1"/>
              </a:solidFill>
            </a:endParaRPr>
          </a:p>
          <a:p>
            <a:pPr indent="0" lvl="0" marL="228600" rtl="0" algn="l">
              <a:lnSpc>
                <a:spcPct val="115833"/>
              </a:lnSpc>
              <a:spcBef>
                <a:spcPts val="800"/>
              </a:spcBef>
              <a:spcAft>
                <a:spcPts val="800"/>
              </a:spcAft>
              <a:buNone/>
            </a:pPr>
            <a:r>
              <a:rPr lang="en-US" sz="2400">
                <a:solidFill>
                  <a:schemeClr val="lt1"/>
                </a:solidFill>
              </a:rPr>
              <a:t>Ensemble models improve breast cancer classification by combining multiple learners to reduce individual algorithm variance, bias, and noise, resulting in higher accuracy (often &gt;98–99%) and better stability than single models</a:t>
            </a:r>
            <a:endParaRPr sz="2400">
              <a:solidFill>
                <a:schemeClr val="l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Our Project Contribution</a:t>
            </a:r>
            <a:endParaRPr/>
          </a:p>
        </p:txBody>
      </p:sp>
      <p:sp>
        <p:nvSpPr>
          <p:cNvPr id="161" name="Google Shape;161;p27"/>
          <p:cNvSpPr txBox="1"/>
          <p:nvPr>
            <p:ph idx="1" type="body"/>
          </p:nvPr>
        </p:nvSpPr>
        <p:spPr>
          <a:xfrm>
            <a:off x="838200" y="1825625"/>
            <a:ext cx="10515600" cy="3781500"/>
          </a:xfrm>
          <a:prstGeom prst="rect">
            <a:avLst/>
          </a:prstGeom>
        </p:spPr>
        <p:txBody>
          <a:bodyPr anchorCtr="0" anchor="t" bIns="45700" lIns="91425" spcFirstLastPara="1" rIns="91425" wrap="square" tIns="45700">
            <a:normAutofit/>
          </a:bodyPr>
          <a:lstStyle/>
          <a:p>
            <a:pPr indent="-406400" lvl="0" marL="457200" rtl="0" algn="l">
              <a:lnSpc>
                <a:spcPct val="100000"/>
              </a:lnSpc>
              <a:spcBef>
                <a:spcPts val="600"/>
              </a:spcBef>
              <a:spcAft>
                <a:spcPts val="0"/>
              </a:spcAft>
              <a:buSzPts val="2800"/>
              <a:buChar char="▪"/>
            </a:pPr>
            <a:r>
              <a:rPr lang="en-US"/>
              <a:t>Develop</a:t>
            </a:r>
            <a:r>
              <a:rPr lang="en-US"/>
              <a:t>s</a:t>
            </a:r>
            <a:r>
              <a:rPr lang="en-US"/>
              <a:t> an ensemble machine learning approach.</a:t>
            </a:r>
            <a:endParaRPr/>
          </a:p>
          <a:p>
            <a:pPr indent="-406400" lvl="0" marL="457200" rtl="0" algn="l">
              <a:lnSpc>
                <a:spcPct val="100000"/>
              </a:lnSpc>
              <a:spcBef>
                <a:spcPts val="600"/>
              </a:spcBef>
              <a:spcAft>
                <a:spcPts val="0"/>
              </a:spcAft>
              <a:buSzPts val="2800"/>
              <a:buChar char="▪"/>
            </a:pPr>
            <a:r>
              <a:rPr lang="en-US"/>
              <a:t>Utilize</a:t>
            </a:r>
            <a:r>
              <a:rPr lang="en-US"/>
              <a:t>s</a:t>
            </a:r>
            <a:r>
              <a:rPr lang="en-US"/>
              <a:t> feature selection techniques.</a:t>
            </a:r>
            <a:endParaRPr/>
          </a:p>
          <a:p>
            <a:pPr indent="-406400" lvl="0" marL="457200" rtl="0" algn="l">
              <a:lnSpc>
                <a:spcPct val="100000"/>
              </a:lnSpc>
              <a:spcBef>
                <a:spcPts val="600"/>
              </a:spcBef>
              <a:spcAft>
                <a:spcPts val="0"/>
              </a:spcAft>
              <a:buSzPts val="2800"/>
              <a:buChar char="▪"/>
            </a:pPr>
            <a:r>
              <a:rPr lang="en-US"/>
              <a:t>Improves diagnostic performance.</a:t>
            </a:r>
            <a:endParaRPr/>
          </a:p>
          <a:p>
            <a:pPr indent="-406400" lvl="0" marL="457200" rtl="0" algn="l">
              <a:lnSpc>
                <a:spcPct val="100000"/>
              </a:lnSpc>
              <a:spcBef>
                <a:spcPts val="600"/>
              </a:spcBef>
              <a:spcAft>
                <a:spcPts val="0"/>
              </a:spcAft>
              <a:buSzPts val="2800"/>
              <a:buChar char="▪"/>
            </a:pPr>
            <a:r>
              <a:rPr lang="en-US"/>
              <a:t>Addresses limitations of single-model approaches.</a:t>
            </a:r>
            <a:endParaRPr/>
          </a:p>
          <a:p>
            <a:pPr indent="-406400" lvl="0" marL="457200" rtl="0" algn="l">
              <a:lnSpc>
                <a:spcPct val="100000"/>
              </a:lnSpc>
              <a:spcBef>
                <a:spcPts val="600"/>
              </a:spcBef>
              <a:spcAft>
                <a:spcPts val="600"/>
              </a:spcAft>
              <a:buSzPts val="2800"/>
              <a:buChar char="▪"/>
            </a:pPr>
            <a:r>
              <a:rPr lang="en-US"/>
              <a:t>Provides a framework for future clinical decision-support systems.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8"/>
          <p:cNvSpPr txBox="1"/>
          <p:nvPr>
            <p:ph idx="1" type="body"/>
          </p:nvPr>
        </p:nvSpPr>
        <p:spPr>
          <a:xfrm>
            <a:off x="523625" y="629175"/>
            <a:ext cx="10515600" cy="53058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Framework Diagram </a:t>
            </a:r>
            <a:endParaRPr/>
          </a:p>
        </p:txBody>
      </p:sp>
      <p:grpSp>
        <p:nvGrpSpPr>
          <p:cNvPr id="167" name="Google Shape;167;p28"/>
          <p:cNvGrpSpPr/>
          <p:nvPr/>
        </p:nvGrpSpPr>
        <p:grpSpPr>
          <a:xfrm>
            <a:off x="555093" y="3354572"/>
            <a:ext cx="5034674" cy="470044"/>
            <a:chOff x="2789787" y="3973000"/>
            <a:chExt cx="3776100" cy="731700"/>
          </a:xfrm>
        </p:grpSpPr>
        <p:sp>
          <p:nvSpPr>
            <p:cNvPr id="168" name="Google Shape;168;p28"/>
            <p:cNvSpPr/>
            <p:nvPr/>
          </p:nvSpPr>
          <p:spPr>
            <a:xfrm>
              <a:off x="2789787" y="3973000"/>
              <a:ext cx="3776100" cy="731700"/>
            </a:xfrm>
            <a:prstGeom prst="rect">
              <a:avLst/>
            </a:prstGeom>
            <a:solidFill>
              <a:srgbClr val="0E9453"/>
            </a:solidFill>
            <a:ln>
              <a:noFill/>
            </a:ln>
          </p:spPr>
          <p:txBody>
            <a:bodyPr anchorCtr="0" anchor="ctr" bIns="60925" lIns="121900" spcFirstLastPara="1" rIns="121900" wrap="square" tIns="60925">
              <a:noAutofit/>
            </a:bodyPr>
            <a:lstStyle/>
            <a:p>
              <a:pPr indent="0" lvl="0" marL="0" rtl="0" algn="l">
                <a:spcBef>
                  <a:spcPts val="0"/>
                </a:spcBef>
                <a:spcAft>
                  <a:spcPts val="0"/>
                </a:spcAft>
                <a:buNone/>
              </a:pPr>
              <a:r>
                <a:t/>
              </a:r>
              <a:endParaRPr/>
            </a:p>
          </p:txBody>
        </p:sp>
        <p:sp>
          <p:nvSpPr>
            <p:cNvPr id="169" name="Google Shape;169;p28"/>
            <p:cNvSpPr txBox="1"/>
            <p:nvPr/>
          </p:nvSpPr>
          <p:spPr>
            <a:xfrm>
              <a:off x="2902988" y="4179560"/>
              <a:ext cx="3497700" cy="330600"/>
            </a:xfrm>
            <a:prstGeom prst="rect">
              <a:avLst/>
            </a:prstGeom>
            <a:noFill/>
            <a:ln>
              <a:noFill/>
            </a:ln>
          </p:spPr>
          <p:txBody>
            <a:bodyPr anchorCtr="0" anchor="ctr" bIns="60925" lIns="121900" spcFirstLastPara="1" rIns="121900" wrap="square" tIns="60925">
              <a:noAutofit/>
            </a:bodyPr>
            <a:lstStyle/>
            <a:p>
              <a:pPr indent="0" lvl="0" marL="0" rtl="0" algn="ctr">
                <a:lnSpc>
                  <a:spcPct val="115000"/>
                </a:lnSpc>
                <a:spcBef>
                  <a:spcPts val="0"/>
                </a:spcBef>
                <a:spcAft>
                  <a:spcPts val="0"/>
                </a:spcAft>
                <a:buNone/>
              </a:pPr>
              <a:r>
                <a:rPr lang="en-US" sz="1600">
                  <a:solidFill>
                    <a:srgbClr val="FFFFFF"/>
                  </a:solidFill>
                  <a:latin typeface="Roboto"/>
                  <a:ea typeface="Roboto"/>
                  <a:cs typeface="Roboto"/>
                  <a:sym typeface="Roboto"/>
                </a:rPr>
                <a:t>Data Preprocessing </a:t>
              </a:r>
              <a:endParaRPr sz="1600">
                <a:solidFill>
                  <a:srgbClr val="FFFFFF"/>
                </a:solidFill>
                <a:latin typeface="Roboto"/>
                <a:ea typeface="Roboto"/>
                <a:cs typeface="Roboto"/>
                <a:sym typeface="Roboto"/>
              </a:endParaRPr>
            </a:p>
          </p:txBody>
        </p:sp>
      </p:grpSp>
      <p:sp>
        <p:nvSpPr>
          <p:cNvPr id="170" name="Google Shape;170;p28"/>
          <p:cNvSpPr txBox="1"/>
          <p:nvPr/>
        </p:nvSpPr>
        <p:spPr>
          <a:xfrm>
            <a:off x="1107779" y="1488557"/>
            <a:ext cx="4663500" cy="440700"/>
          </a:xfrm>
          <a:prstGeom prst="rect">
            <a:avLst/>
          </a:prstGeom>
          <a:noFill/>
          <a:ln>
            <a:noFill/>
          </a:ln>
        </p:spPr>
        <p:txBody>
          <a:bodyPr anchorCtr="0" anchor="ctr" bIns="60925" lIns="121900" spcFirstLastPara="1" rIns="121900" wrap="square" tIns="60925">
            <a:noAutofit/>
          </a:bodyPr>
          <a:lstStyle/>
          <a:p>
            <a:pPr indent="0" lvl="0" marL="0" rtl="0" algn="l">
              <a:lnSpc>
                <a:spcPct val="115000"/>
              </a:lnSpc>
              <a:spcBef>
                <a:spcPts val="0"/>
              </a:spcBef>
              <a:spcAft>
                <a:spcPts val="0"/>
              </a:spcAft>
              <a:buNone/>
            </a:pPr>
            <a:r>
              <a:t/>
            </a:r>
            <a:endParaRPr sz="1600">
              <a:solidFill>
                <a:srgbClr val="FFFFFF"/>
              </a:solidFill>
              <a:latin typeface="Roboto"/>
              <a:ea typeface="Roboto"/>
              <a:cs typeface="Roboto"/>
              <a:sym typeface="Roboto"/>
            </a:endParaRPr>
          </a:p>
        </p:txBody>
      </p:sp>
      <p:grpSp>
        <p:nvGrpSpPr>
          <p:cNvPr id="171" name="Google Shape;171;p28"/>
          <p:cNvGrpSpPr/>
          <p:nvPr/>
        </p:nvGrpSpPr>
        <p:grpSpPr>
          <a:xfrm>
            <a:off x="555093" y="4230247"/>
            <a:ext cx="5034674" cy="470044"/>
            <a:chOff x="2789787" y="3973000"/>
            <a:chExt cx="3776100" cy="731700"/>
          </a:xfrm>
        </p:grpSpPr>
        <p:sp>
          <p:nvSpPr>
            <p:cNvPr id="172" name="Google Shape;172;p28"/>
            <p:cNvSpPr/>
            <p:nvPr/>
          </p:nvSpPr>
          <p:spPr>
            <a:xfrm>
              <a:off x="2789787" y="3973000"/>
              <a:ext cx="3776100" cy="731700"/>
            </a:xfrm>
            <a:prstGeom prst="rect">
              <a:avLst/>
            </a:prstGeom>
            <a:solidFill>
              <a:srgbClr val="0E9453"/>
            </a:solidFill>
            <a:ln>
              <a:noFill/>
            </a:ln>
          </p:spPr>
          <p:txBody>
            <a:bodyPr anchorCtr="0" anchor="ctr" bIns="60925" lIns="121900" spcFirstLastPara="1" rIns="121900" wrap="square" tIns="60925">
              <a:noAutofit/>
            </a:bodyPr>
            <a:lstStyle/>
            <a:p>
              <a:pPr indent="0" lvl="0" marL="0" rtl="0" algn="l">
                <a:spcBef>
                  <a:spcPts val="0"/>
                </a:spcBef>
                <a:spcAft>
                  <a:spcPts val="0"/>
                </a:spcAft>
                <a:buNone/>
              </a:pPr>
              <a:r>
                <a:t/>
              </a:r>
              <a:endParaRPr/>
            </a:p>
          </p:txBody>
        </p:sp>
        <p:sp>
          <p:nvSpPr>
            <p:cNvPr id="173" name="Google Shape;173;p28"/>
            <p:cNvSpPr txBox="1"/>
            <p:nvPr/>
          </p:nvSpPr>
          <p:spPr>
            <a:xfrm>
              <a:off x="2902988" y="4179560"/>
              <a:ext cx="3497700" cy="330600"/>
            </a:xfrm>
            <a:prstGeom prst="rect">
              <a:avLst/>
            </a:prstGeom>
            <a:noFill/>
            <a:ln>
              <a:noFill/>
            </a:ln>
          </p:spPr>
          <p:txBody>
            <a:bodyPr anchorCtr="0" anchor="ctr" bIns="60925" lIns="121900" spcFirstLastPara="1" rIns="121900" wrap="square" tIns="60925">
              <a:noAutofit/>
            </a:bodyPr>
            <a:lstStyle/>
            <a:p>
              <a:pPr indent="0" lvl="0" marL="0" rtl="0" algn="ctr">
                <a:lnSpc>
                  <a:spcPct val="115000"/>
                </a:lnSpc>
                <a:spcBef>
                  <a:spcPts val="0"/>
                </a:spcBef>
                <a:spcAft>
                  <a:spcPts val="0"/>
                </a:spcAft>
                <a:buNone/>
              </a:pPr>
              <a:r>
                <a:rPr lang="en-US" sz="1600">
                  <a:solidFill>
                    <a:srgbClr val="FFFFFF"/>
                  </a:solidFill>
                  <a:latin typeface="Roboto"/>
                  <a:ea typeface="Roboto"/>
                  <a:cs typeface="Roboto"/>
                  <a:sym typeface="Roboto"/>
                </a:rPr>
                <a:t>Feature Extraction</a:t>
              </a:r>
              <a:endParaRPr sz="1600">
                <a:solidFill>
                  <a:srgbClr val="FFFFFF"/>
                </a:solidFill>
                <a:latin typeface="Roboto"/>
                <a:ea typeface="Roboto"/>
                <a:cs typeface="Roboto"/>
                <a:sym typeface="Roboto"/>
              </a:endParaRPr>
            </a:p>
          </p:txBody>
        </p:sp>
      </p:grpSp>
      <p:grpSp>
        <p:nvGrpSpPr>
          <p:cNvPr id="174" name="Google Shape;174;p28"/>
          <p:cNvGrpSpPr/>
          <p:nvPr/>
        </p:nvGrpSpPr>
        <p:grpSpPr>
          <a:xfrm>
            <a:off x="555093" y="5105922"/>
            <a:ext cx="5034674" cy="470044"/>
            <a:chOff x="2789787" y="3973000"/>
            <a:chExt cx="3776100" cy="731700"/>
          </a:xfrm>
        </p:grpSpPr>
        <p:sp>
          <p:nvSpPr>
            <p:cNvPr id="175" name="Google Shape;175;p28"/>
            <p:cNvSpPr/>
            <p:nvPr/>
          </p:nvSpPr>
          <p:spPr>
            <a:xfrm>
              <a:off x="2789787" y="3973000"/>
              <a:ext cx="3776100" cy="731700"/>
            </a:xfrm>
            <a:prstGeom prst="rect">
              <a:avLst/>
            </a:prstGeom>
            <a:solidFill>
              <a:srgbClr val="0E9453"/>
            </a:solidFill>
            <a:ln>
              <a:noFill/>
            </a:ln>
          </p:spPr>
          <p:txBody>
            <a:bodyPr anchorCtr="0" anchor="ctr" bIns="60925" lIns="121900" spcFirstLastPara="1" rIns="121900" wrap="square" tIns="60925">
              <a:noAutofit/>
            </a:bodyPr>
            <a:lstStyle/>
            <a:p>
              <a:pPr indent="0" lvl="0" marL="0" rtl="0" algn="l">
                <a:spcBef>
                  <a:spcPts val="0"/>
                </a:spcBef>
                <a:spcAft>
                  <a:spcPts val="0"/>
                </a:spcAft>
                <a:buNone/>
              </a:pPr>
              <a:r>
                <a:t/>
              </a:r>
              <a:endParaRPr/>
            </a:p>
          </p:txBody>
        </p:sp>
        <p:sp>
          <p:nvSpPr>
            <p:cNvPr id="176" name="Google Shape;176;p28"/>
            <p:cNvSpPr txBox="1"/>
            <p:nvPr/>
          </p:nvSpPr>
          <p:spPr>
            <a:xfrm>
              <a:off x="2836987" y="4197189"/>
              <a:ext cx="3497700" cy="330600"/>
            </a:xfrm>
            <a:prstGeom prst="rect">
              <a:avLst/>
            </a:prstGeom>
            <a:noFill/>
            <a:ln>
              <a:noFill/>
            </a:ln>
          </p:spPr>
          <p:txBody>
            <a:bodyPr anchorCtr="0" anchor="ctr" bIns="60925" lIns="121900" spcFirstLastPara="1" rIns="121900" wrap="square" tIns="60925">
              <a:noAutofit/>
            </a:bodyPr>
            <a:lstStyle/>
            <a:p>
              <a:pPr indent="0" lvl="0" marL="0" rtl="0" algn="ctr">
                <a:lnSpc>
                  <a:spcPct val="115000"/>
                </a:lnSpc>
                <a:spcBef>
                  <a:spcPts val="0"/>
                </a:spcBef>
                <a:spcAft>
                  <a:spcPts val="0"/>
                </a:spcAft>
                <a:buClr>
                  <a:schemeClr val="dk1"/>
                </a:buClr>
                <a:buSzPts val="1100"/>
                <a:buFont typeface="Arial"/>
                <a:buNone/>
              </a:pPr>
              <a:r>
                <a:rPr lang="en-US" sz="1600">
                  <a:solidFill>
                    <a:schemeClr val="lt1"/>
                  </a:solidFill>
                  <a:latin typeface="Roboto"/>
                  <a:ea typeface="Roboto"/>
                  <a:cs typeface="Roboto"/>
                  <a:sym typeface="Roboto"/>
                </a:rPr>
                <a:t>Feature Selection (Tumor size, nucleus features, age, etc.)</a:t>
              </a:r>
              <a:endParaRPr sz="1600">
                <a:solidFill>
                  <a:srgbClr val="FFFFFF"/>
                </a:solidFill>
                <a:latin typeface="Roboto"/>
                <a:ea typeface="Roboto"/>
                <a:cs typeface="Roboto"/>
                <a:sym typeface="Roboto"/>
              </a:endParaRPr>
            </a:p>
          </p:txBody>
        </p:sp>
      </p:grpSp>
      <p:grpSp>
        <p:nvGrpSpPr>
          <p:cNvPr id="177" name="Google Shape;177;p28"/>
          <p:cNvGrpSpPr/>
          <p:nvPr/>
        </p:nvGrpSpPr>
        <p:grpSpPr>
          <a:xfrm>
            <a:off x="5913512" y="1603304"/>
            <a:ext cx="5103022" cy="470044"/>
            <a:chOff x="2789787" y="3973000"/>
            <a:chExt cx="3776100" cy="731700"/>
          </a:xfrm>
        </p:grpSpPr>
        <p:sp>
          <p:nvSpPr>
            <p:cNvPr id="178" name="Google Shape;178;p28"/>
            <p:cNvSpPr/>
            <p:nvPr/>
          </p:nvSpPr>
          <p:spPr>
            <a:xfrm>
              <a:off x="2789787" y="3973000"/>
              <a:ext cx="3776100" cy="731700"/>
            </a:xfrm>
            <a:prstGeom prst="rect">
              <a:avLst/>
            </a:prstGeom>
            <a:solidFill>
              <a:srgbClr val="0E9453"/>
            </a:solidFill>
            <a:ln>
              <a:noFill/>
            </a:ln>
          </p:spPr>
          <p:txBody>
            <a:bodyPr anchorCtr="0" anchor="ctr" bIns="60925" lIns="121900" spcFirstLastPara="1" rIns="121900" wrap="square" tIns="60925">
              <a:noAutofit/>
            </a:bodyPr>
            <a:lstStyle/>
            <a:p>
              <a:pPr indent="0" lvl="0" marL="0" rtl="0" algn="l">
                <a:spcBef>
                  <a:spcPts val="0"/>
                </a:spcBef>
                <a:spcAft>
                  <a:spcPts val="0"/>
                </a:spcAft>
                <a:buNone/>
              </a:pPr>
              <a:r>
                <a:t/>
              </a:r>
              <a:endParaRPr/>
            </a:p>
          </p:txBody>
        </p:sp>
        <p:sp>
          <p:nvSpPr>
            <p:cNvPr id="179" name="Google Shape;179;p28"/>
            <p:cNvSpPr txBox="1"/>
            <p:nvPr/>
          </p:nvSpPr>
          <p:spPr>
            <a:xfrm>
              <a:off x="2902988" y="4179560"/>
              <a:ext cx="3497700" cy="330600"/>
            </a:xfrm>
            <a:prstGeom prst="rect">
              <a:avLst/>
            </a:prstGeom>
            <a:noFill/>
            <a:ln>
              <a:noFill/>
            </a:ln>
          </p:spPr>
          <p:txBody>
            <a:bodyPr anchorCtr="0" anchor="ctr" bIns="60925" lIns="121900" spcFirstLastPara="1" rIns="121900" wrap="square" tIns="60925">
              <a:noAutofit/>
            </a:bodyPr>
            <a:lstStyle/>
            <a:p>
              <a:pPr indent="0" lvl="0" marL="0" rtl="0" algn="ctr">
                <a:lnSpc>
                  <a:spcPct val="115000"/>
                </a:lnSpc>
                <a:spcBef>
                  <a:spcPts val="0"/>
                </a:spcBef>
                <a:spcAft>
                  <a:spcPts val="0"/>
                </a:spcAft>
                <a:buNone/>
              </a:pPr>
              <a:r>
                <a:rPr lang="en-US" sz="1600">
                  <a:solidFill>
                    <a:srgbClr val="FFFFFF"/>
                  </a:solidFill>
                  <a:latin typeface="Roboto"/>
                  <a:ea typeface="Roboto"/>
                  <a:cs typeface="Roboto"/>
                  <a:sym typeface="Roboto"/>
                </a:rPr>
                <a:t>Training Dataset Preparation</a:t>
              </a:r>
              <a:endParaRPr sz="1600">
                <a:solidFill>
                  <a:srgbClr val="FFFFFF"/>
                </a:solidFill>
                <a:latin typeface="Roboto"/>
                <a:ea typeface="Roboto"/>
                <a:cs typeface="Roboto"/>
                <a:sym typeface="Roboto"/>
              </a:endParaRPr>
            </a:p>
          </p:txBody>
        </p:sp>
      </p:grpSp>
      <p:sp>
        <p:nvSpPr>
          <p:cNvPr id="180" name="Google Shape;180;p28"/>
          <p:cNvSpPr/>
          <p:nvPr/>
        </p:nvSpPr>
        <p:spPr>
          <a:xfrm>
            <a:off x="5913512" y="2478923"/>
            <a:ext cx="5103000" cy="470100"/>
          </a:xfrm>
          <a:prstGeom prst="rect">
            <a:avLst/>
          </a:prstGeom>
          <a:solidFill>
            <a:srgbClr val="0E9453"/>
          </a:solidFill>
          <a:ln>
            <a:noFill/>
          </a:ln>
        </p:spPr>
        <p:txBody>
          <a:bodyPr anchorCtr="0" anchor="ctr" bIns="60925" lIns="121900" spcFirstLastPara="1" rIns="121900" wrap="square" tIns="60925">
            <a:noAutofit/>
          </a:bodyPr>
          <a:lstStyle/>
          <a:p>
            <a:pPr indent="0" lvl="0" marL="0" rtl="0" algn="ctr">
              <a:lnSpc>
                <a:spcPct val="115000"/>
              </a:lnSpc>
              <a:spcBef>
                <a:spcPts val="0"/>
              </a:spcBef>
              <a:spcAft>
                <a:spcPts val="0"/>
              </a:spcAft>
              <a:buClr>
                <a:schemeClr val="dk1"/>
              </a:buClr>
              <a:buSzPts val="1100"/>
              <a:buFont typeface="Arial"/>
              <a:buNone/>
            </a:pPr>
            <a:r>
              <a:rPr lang="en-US" sz="1600">
                <a:solidFill>
                  <a:schemeClr val="lt1"/>
                </a:solidFill>
                <a:latin typeface="Roboto"/>
                <a:ea typeface="Roboto"/>
                <a:cs typeface="Roboto"/>
                <a:sym typeface="Roboto"/>
              </a:rPr>
              <a:t>ML models(Logistic Regression/SVM/Random Forest/Gradient Boosting)</a:t>
            </a:r>
            <a:endParaRPr>
              <a:solidFill>
                <a:schemeClr val="lt1"/>
              </a:solidFill>
            </a:endParaRPr>
          </a:p>
        </p:txBody>
      </p:sp>
      <p:grpSp>
        <p:nvGrpSpPr>
          <p:cNvPr id="181" name="Google Shape;181;p28"/>
          <p:cNvGrpSpPr/>
          <p:nvPr/>
        </p:nvGrpSpPr>
        <p:grpSpPr>
          <a:xfrm>
            <a:off x="5913512" y="3354598"/>
            <a:ext cx="5103022" cy="470044"/>
            <a:chOff x="2789787" y="3973000"/>
            <a:chExt cx="3776100" cy="731700"/>
          </a:xfrm>
        </p:grpSpPr>
        <p:sp>
          <p:nvSpPr>
            <p:cNvPr id="182" name="Google Shape;182;p28"/>
            <p:cNvSpPr/>
            <p:nvPr/>
          </p:nvSpPr>
          <p:spPr>
            <a:xfrm>
              <a:off x="2789787" y="3973000"/>
              <a:ext cx="3776100" cy="731700"/>
            </a:xfrm>
            <a:prstGeom prst="rect">
              <a:avLst/>
            </a:prstGeom>
            <a:solidFill>
              <a:srgbClr val="0E9453"/>
            </a:solidFill>
            <a:ln>
              <a:noFill/>
            </a:ln>
          </p:spPr>
          <p:txBody>
            <a:bodyPr anchorCtr="0" anchor="ctr" bIns="60925" lIns="121900" spcFirstLastPara="1" rIns="121900" wrap="square" tIns="60925">
              <a:noAutofit/>
            </a:bodyPr>
            <a:lstStyle/>
            <a:p>
              <a:pPr indent="0" lvl="0" marL="0" rtl="0" algn="l">
                <a:spcBef>
                  <a:spcPts val="0"/>
                </a:spcBef>
                <a:spcAft>
                  <a:spcPts val="0"/>
                </a:spcAft>
                <a:buNone/>
              </a:pPr>
              <a:r>
                <a:t/>
              </a:r>
              <a:endParaRPr/>
            </a:p>
          </p:txBody>
        </p:sp>
        <p:sp>
          <p:nvSpPr>
            <p:cNvPr id="183" name="Google Shape;183;p28"/>
            <p:cNvSpPr txBox="1"/>
            <p:nvPr/>
          </p:nvSpPr>
          <p:spPr>
            <a:xfrm>
              <a:off x="2902988" y="4179560"/>
              <a:ext cx="3497700" cy="330600"/>
            </a:xfrm>
            <a:prstGeom prst="rect">
              <a:avLst/>
            </a:prstGeom>
            <a:noFill/>
            <a:ln>
              <a:noFill/>
            </a:ln>
          </p:spPr>
          <p:txBody>
            <a:bodyPr anchorCtr="0" anchor="ctr" bIns="60925" lIns="121900" spcFirstLastPara="1" rIns="121900" wrap="square" tIns="60925">
              <a:noAutofit/>
            </a:bodyPr>
            <a:lstStyle/>
            <a:p>
              <a:pPr indent="0" lvl="0" marL="0" rtl="0" algn="ctr">
                <a:lnSpc>
                  <a:spcPct val="115000"/>
                </a:lnSpc>
                <a:spcBef>
                  <a:spcPts val="0"/>
                </a:spcBef>
                <a:spcAft>
                  <a:spcPts val="0"/>
                </a:spcAft>
                <a:buNone/>
              </a:pPr>
              <a:r>
                <a:rPr lang="en-US" sz="1600">
                  <a:solidFill>
                    <a:srgbClr val="FFFFFF"/>
                  </a:solidFill>
                  <a:latin typeface="Roboto"/>
                  <a:ea typeface="Roboto"/>
                  <a:cs typeface="Roboto"/>
                  <a:sym typeface="Roboto"/>
                </a:rPr>
                <a:t>Ensemble Model Development</a:t>
              </a:r>
              <a:endParaRPr sz="1600">
                <a:solidFill>
                  <a:srgbClr val="FFFFFF"/>
                </a:solidFill>
                <a:latin typeface="Roboto"/>
                <a:ea typeface="Roboto"/>
                <a:cs typeface="Roboto"/>
                <a:sym typeface="Roboto"/>
              </a:endParaRPr>
            </a:p>
          </p:txBody>
        </p:sp>
      </p:grpSp>
      <p:grpSp>
        <p:nvGrpSpPr>
          <p:cNvPr id="184" name="Google Shape;184;p28"/>
          <p:cNvGrpSpPr/>
          <p:nvPr/>
        </p:nvGrpSpPr>
        <p:grpSpPr>
          <a:xfrm>
            <a:off x="555093" y="1603222"/>
            <a:ext cx="5034674" cy="470044"/>
            <a:chOff x="2789787" y="3973000"/>
            <a:chExt cx="3776100" cy="731700"/>
          </a:xfrm>
        </p:grpSpPr>
        <p:sp>
          <p:nvSpPr>
            <p:cNvPr id="185" name="Google Shape;185;p28"/>
            <p:cNvSpPr/>
            <p:nvPr/>
          </p:nvSpPr>
          <p:spPr>
            <a:xfrm>
              <a:off x="2789787" y="3973000"/>
              <a:ext cx="3776100" cy="731700"/>
            </a:xfrm>
            <a:prstGeom prst="rect">
              <a:avLst/>
            </a:prstGeom>
            <a:solidFill>
              <a:srgbClr val="0E9453"/>
            </a:solidFill>
            <a:ln>
              <a:noFill/>
            </a:ln>
          </p:spPr>
          <p:txBody>
            <a:bodyPr anchorCtr="0" anchor="ctr" bIns="60925" lIns="121900" spcFirstLastPara="1" rIns="121900" wrap="square" tIns="60925">
              <a:noAutofit/>
            </a:bodyPr>
            <a:lstStyle/>
            <a:p>
              <a:pPr indent="0" lvl="0" marL="0" rtl="0" algn="l">
                <a:spcBef>
                  <a:spcPts val="0"/>
                </a:spcBef>
                <a:spcAft>
                  <a:spcPts val="0"/>
                </a:spcAft>
                <a:buNone/>
              </a:pPr>
              <a:r>
                <a:t/>
              </a:r>
              <a:endParaRPr/>
            </a:p>
          </p:txBody>
        </p:sp>
        <p:sp>
          <p:nvSpPr>
            <p:cNvPr id="186" name="Google Shape;186;p28"/>
            <p:cNvSpPr txBox="1"/>
            <p:nvPr/>
          </p:nvSpPr>
          <p:spPr>
            <a:xfrm>
              <a:off x="2902988" y="4179560"/>
              <a:ext cx="3497700" cy="330600"/>
            </a:xfrm>
            <a:prstGeom prst="rect">
              <a:avLst/>
            </a:prstGeom>
            <a:noFill/>
            <a:ln>
              <a:noFill/>
            </a:ln>
          </p:spPr>
          <p:txBody>
            <a:bodyPr anchorCtr="0" anchor="ctr" bIns="60925" lIns="121900" spcFirstLastPara="1" rIns="121900" wrap="square" tIns="60925">
              <a:noAutofit/>
            </a:bodyPr>
            <a:lstStyle/>
            <a:p>
              <a:pPr indent="0" lvl="0" marL="0" rtl="0" algn="ctr">
                <a:lnSpc>
                  <a:spcPct val="115000"/>
                </a:lnSpc>
                <a:spcBef>
                  <a:spcPts val="0"/>
                </a:spcBef>
                <a:spcAft>
                  <a:spcPts val="0"/>
                </a:spcAft>
                <a:buNone/>
              </a:pPr>
              <a:r>
                <a:rPr lang="en-US" sz="1600">
                  <a:solidFill>
                    <a:srgbClr val="FFFFFF"/>
                  </a:solidFill>
                  <a:latin typeface="Roboto"/>
                  <a:ea typeface="Roboto"/>
                  <a:cs typeface="Roboto"/>
                  <a:sym typeface="Roboto"/>
                </a:rPr>
                <a:t>Wisconsin Breast cancer Dataset </a:t>
              </a:r>
              <a:endParaRPr sz="1600">
                <a:solidFill>
                  <a:srgbClr val="FFFFFF"/>
                </a:solidFill>
                <a:latin typeface="Roboto"/>
                <a:ea typeface="Roboto"/>
                <a:cs typeface="Roboto"/>
                <a:sym typeface="Roboto"/>
              </a:endParaRPr>
            </a:p>
          </p:txBody>
        </p:sp>
      </p:grpSp>
      <p:grpSp>
        <p:nvGrpSpPr>
          <p:cNvPr id="187" name="Google Shape;187;p28"/>
          <p:cNvGrpSpPr/>
          <p:nvPr/>
        </p:nvGrpSpPr>
        <p:grpSpPr>
          <a:xfrm>
            <a:off x="555093" y="2478897"/>
            <a:ext cx="5034674" cy="470044"/>
            <a:chOff x="2789787" y="3973000"/>
            <a:chExt cx="3776100" cy="731700"/>
          </a:xfrm>
        </p:grpSpPr>
        <p:sp>
          <p:nvSpPr>
            <p:cNvPr id="188" name="Google Shape;188;p28"/>
            <p:cNvSpPr/>
            <p:nvPr/>
          </p:nvSpPr>
          <p:spPr>
            <a:xfrm>
              <a:off x="2789787" y="3973000"/>
              <a:ext cx="3776100" cy="731700"/>
            </a:xfrm>
            <a:prstGeom prst="rect">
              <a:avLst/>
            </a:prstGeom>
            <a:solidFill>
              <a:srgbClr val="0E9453"/>
            </a:solidFill>
            <a:ln>
              <a:noFill/>
            </a:ln>
          </p:spPr>
          <p:txBody>
            <a:bodyPr anchorCtr="0" anchor="ctr" bIns="60925" lIns="121900" spcFirstLastPara="1" rIns="121900" wrap="square" tIns="60925">
              <a:noAutofit/>
            </a:bodyPr>
            <a:lstStyle/>
            <a:p>
              <a:pPr indent="0" lvl="0" marL="0" rtl="0" algn="l">
                <a:spcBef>
                  <a:spcPts val="0"/>
                </a:spcBef>
                <a:spcAft>
                  <a:spcPts val="0"/>
                </a:spcAft>
                <a:buNone/>
              </a:pPr>
              <a:r>
                <a:t/>
              </a:r>
              <a:endParaRPr/>
            </a:p>
          </p:txBody>
        </p:sp>
        <p:sp>
          <p:nvSpPr>
            <p:cNvPr id="189" name="Google Shape;189;p28"/>
            <p:cNvSpPr txBox="1"/>
            <p:nvPr/>
          </p:nvSpPr>
          <p:spPr>
            <a:xfrm>
              <a:off x="2902988" y="4179560"/>
              <a:ext cx="3497700" cy="330600"/>
            </a:xfrm>
            <a:prstGeom prst="rect">
              <a:avLst/>
            </a:prstGeom>
            <a:noFill/>
            <a:ln>
              <a:noFill/>
            </a:ln>
          </p:spPr>
          <p:txBody>
            <a:bodyPr anchorCtr="0" anchor="ctr" bIns="60925" lIns="121900" spcFirstLastPara="1" rIns="121900" wrap="square" tIns="60925">
              <a:noAutofit/>
            </a:bodyPr>
            <a:lstStyle/>
            <a:p>
              <a:pPr indent="0" lvl="0" marL="0" rtl="0" algn="ctr">
                <a:lnSpc>
                  <a:spcPct val="115000"/>
                </a:lnSpc>
                <a:spcBef>
                  <a:spcPts val="0"/>
                </a:spcBef>
                <a:spcAft>
                  <a:spcPts val="0"/>
                </a:spcAft>
                <a:buNone/>
              </a:pPr>
              <a:r>
                <a:rPr lang="en-US" sz="1600">
                  <a:solidFill>
                    <a:srgbClr val="FFFFFF"/>
                  </a:solidFill>
                  <a:latin typeface="Roboto"/>
                  <a:ea typeface="Roboto"/>
                  <a:cs typeface="Roboto"/>
                  <a:sym typeface="Roboto"/>
                </a:rPr>
                <a:t>Data Cleaning</a:t>
              </a:r>
              <a:endParaRPr sz="1600">
                <a:solidFill>
                  <a:srgbClr val="FFFFFF"/>
                </a:solidFill>
                <a:latin typeface="Roboto"/>
                <a:ea typeface="Roboto"/>
                <a:cs typeface="Roboto"/>
                <a:sym typeface="Roboto"/>
              </a:endParaRPr>
            </a:p>
          </p:txBody>
        </p:sp>
      </p:grpSp>
      <p:grpSp>
        <p:nvGrpSpPr>
          <p:cNvPr id="190" name="Google Shape;190;p28"/>
          <p:cNvGrpSpPr/>
          <p:nvPr/>
        </p:nvGrpSpPr>
        <p:grpSpPr>
          <a:xfrm>
            <a:off x="5913512" y="5105893"/>
            <a:ext cx="5103022" cy="470044"/>
            <a:chOff x="2789787" y="3973000"/>
            <a:chExt cx="3776100" cy="731700"/>
          </a:xfrm>
        </p:grpSpPr>
        <p:sp>
          <p:nvSpPr>
            <p:cNvPr id="191" name="Google Shape;191;p28"/>
            <p:cNvSpPr/>
            <p:nvPr/>
          </p:nvSpPr>
          <p:spPr>
            <a:xfrm>
              <a:off x="2789787" y="3973000"/>
              <a:ext cx="3776100" cy="731700"/>
            </a:xfrm>
            <a:prstGeom prst="rect">
              <a:avLst/>
            </a:prstGeom>
            <a:solidFill>
              <a:srgbClr val="0E9453"/>
            </a:solidFill>
            <a:ln>
              <a:noFill/>
            </a:ln>
          </p:spPr>
          <p:txBody>
            <a:bodyPr anchorCtr="0" anchor="ctr" bIns="60925" lIns="121900" spcFirstLastPara="1" rIns="121900" wrap="square" tIns="60925">
              <a:noAutofit/>
            </a:bodyPr>
            <a:lstStyle/>
            <a:p>
              <a:pPr indent="0" lvl="0" marL="0" rtl="0" algn="l">
                <a:spcBef>
                  <a:spcPts val="0"/>
                </a:spcBef>
                <a:spcAft>
                  <a:spcPts val="0"/>
                </a:spcAft>
                <a:buNone/>
              </a:pPr>
              <a:r>
                <a:t/>
              </a:r>
              <a:endParaRPr/>
            </a:p>
          </p:txBody>
        </p:sp>
        <p:sp>
          <p:nvSpPr>
            <p:cNvPr id="192" name="Google Shape;192;p28"/>
            <p:cNvSpPr txBox="1"/>
            <p:nvPr/>
          </p:nvSpPr>
          <p:spPr>
            <a:xfrm>
              <a:off x="2902988" y="4179560"/>
              <a:ext cx="3497700" cy="330600"/>
            </a:xfrm>
            <a:prstGeom prst="rect">
              <a:avLst/>
            </a:prstGeom>
            <a:noFill/>
            <a:ln>
              <a:noFill/>
            </a:ln>
          </p:spPr>
          <p:txBody>
            <a:bodyPr anchorCtr="0" anchor="ctr" bIns="60925" lIns="121900" spcFirstLastPara="1" rIns="121900" wrap="square" tIns="60925">
              <a:noAutofit/>
            </a:bodyPr>
            <a:lstStyle/>
            <a:p>
              <a:pPr indent="0" lvl="0" marL="0" rtl="0" algn="ctr">
                <a:lnSpc>
                  <a:spcPct val="115000"/>
                </a:lnSpc>
                <a:spcBef>
                  <a:spcPts val="0"/>
                </a:spcBef>
                <a:spcAft>
                  <a:spcPts val="0"/>
                </a:spcAft>
                <a:buNone/>
              </a:pPr>
              <a:r>
                <a:rPr lang="en-US" sz="1600">
                  <a:solidFill>
                    <a:srgbClr val="FFFFFF"/>
                  </a:solidFill>
                  <a:latin typeface="Roboto"/>
                  <a:ea typeface="Roboto"/>
                  <a:cs typeface="Roboto"/>
                  <a:sym typeface="Roboto"/>
                </a:rPr>
                <a:t>Breast Cancer Prediction</a:t>
              </a:r>
              <a:endParaRPr sz="1600">
                <a:solidFill>
                  <a:srgbClr val="FFFFFF"/>
                </a:solidFill>
                <a:latin typeface="Roboto"/>
                <a:ea typeface="Roboto"/>
                <a:cs typeface="Roboto"/>
                <a:sym typeface="Roboto"/>
              </a:endParaRPr>
            </a:p>
          </p:txBody>
        </p:sp>
      </p:grpSp>
      <p:sp>
        <p:nvSpPr>
          <p:cNvPr id="193" name="Google Shape;193;p28"/>
          <p:cNvSpPr/>
          <p:nvPr/>
        </p:nvSpPr>
        <p:spPr>
          <a:xfrm>
            <a:off x="5913523" y="4230218"/>
            <a:ext cx="5103000" cy="470100"/>
          </a:xfrm>
          <a:prstGeom prst="rect">
            <a:avLst/>
          </a:prstGeom>
          <a:solidFill>
            <a:srgbClr val="0E9453"/>
          </a:solidFill>
          <a:ln>
            <a:noFill/>
          </a:ln>
        </p:spPr>
        <p:txBody>
          <a:bodyPr anchorCtr="0" anchor="ctr" bIns="60925" lIns="121900" spcFirstLastPara="1" rIns="121900" wrap="square" tIns="60925">
            <a:noAutofit/>
          </a:bodyPr>
          <a:lstStyle/>
          <a:p>
            <a:pPr indent="0" lvl="0" marL="0" rtl="0" algn="l">
              <a:spcBef>
                <a:spcPts val="0"/>
              </a:spcBef>
              <a:spcAft>
                <a:spcPts val="0"/>
              </a:spcAft>
              <a:buNone/>
            </a:pPr>
            <a:r>
              <a:rPr lang="en-US" sz="1600">
                <a:solidFill>
                  <a:schemeClr val="lt1"/>
                </a:solidFill>
                <a:latin typeface="Roboto"/>
                <a:ea typeface="Roboto"/>
                <a:cs typeface="Roboto"/>
                <a:sym typeface="Roboto"/>
              </a:rPr>
              <a:t>Model Evaluation (Accuracy, Precision, Recall, F1 Score)</a:t>
            </a:r>
            <a:endParaRPr sz="1600">
              <a:solidFill>
                <a:schemeClr val="lt1"/>
              </a:solidFill>
              <a:latin typeface="Roboto"/>
              <a:ea typeface="Roboto"/>
              <a:cs typeface="Roboto"/>
              <a:sym typeface="Roboto"/>
            </a:endParaRPr>
          </a:p>
        </p:txBody>
      </p:sp>
      <p:cxnSp>
        <p:nvCxnSpPr>
          <p:cNvPr id="194" name="Google Shape;194;p28"/>
          <p:cNvCxnSpPr>
            <a:stCxn id="185" idx="2"/>
            <a:endCxn id="188" idx="0"/>
          </p:cNvCxnSpPr>
          <p:nvPr/>
        </p:nvCxnSpPr>
        <p:spPr>
          <a:xfrm>
            <a:off x="3072430" y="2073266"/>
            <a:ext cx="0" cy="405600"/>
          </a:xfrm>
          <a:prstGeom prst="straightConnector1">
            <a:avLst/>
          </a:prstGeom>
          <a:noFill/>
          <a:ln cap="flat" cmpd="sng" w="9525">
            <a:solidFill>
              <a:schemeClr val="dk2"/>
            </a:solidFill>
            <a:prstDash val="solid"/>
            <a:round/>
            <a:headEnd len="med" w="med" type="none"/>
            <a:tailEnd len="med" w="med" type="triangle"/>
          </a:ln>
        </p:spPr>
      </p:cxnSp>
      <p:cxnSp>
        <p:nvCxnSpPr>
          <p:cNvPr id="195" name="Google Shape;195;p28"/>
          <p:cNvCxnSpPr>
            <a:stCxn id="188" idx="2"/>
            <a:endCxn id="168" idx="0"/>
          </p:cNvCxnSpPr>
          <p:nvPr/>
        </p:nvCxnSpPr>
        <p:spPr>
          <a:xfrm>
            <a:off x="3072430" y="2948941"/>
            <a:ext cx="0" cy="405600"/>
          </a:xfrm>
          <a:prstGeom prst="straightConnector1">
            <a:avLst/>
          </a:prstGeom>
          <a:noFill/>
          <a:ln cap="flat" cmpd="sng" w="9525">
            <a:solidFill>
              <a:schemeClr val="dk2"/>
            </a:solidFill>
            <a:prstDash val="solid"/>
            <a:round/>
            <a:headEnd len="med" w="med" type="none"/>
            <a:tailEnd len="med" w="med" type="triangle"/>
          </a:ln>
        </p:spPr>
      </p:cxnSp>
      <p:cxnSp>
        <p:nvCxnSpPr>
          <p:cNvPr id="196" name="Google Shape;196;p28"/>
          <p:cNvCxnSpPr>
            <a:stCxn id="168" idx="2"/>
            <a:endCxn id="172" idx="0"/>
          </p:cNvCxnSpPr>
          <p:nvPr/>
        </p:nvCxnSpPr>
        <p:spPr>
          <a:xfrm>
            <a:off x="3072430" y="3824616"/>
            <a:ext cx="0" cy="405600"/>
          </a:xfrm>
          <a:prstGeom prst="straightConnector1">
            <a:avLst/>
          </a:prstGeom>
          <a:noFill/>
          <a:ln cap="flat" cmpd="sng" w="9525">
            <a:solidFill>
              <a:schemeClr val="dk2"/>
            </a:solidFill>
            <a:prstDash val="solid"/>
            <a:round/>
            <a:headEnd len="med" w="med" type="none"/>
            <a:tailEnd len="med" w="med" type="triangle"/>
          </a:ln>
        </p:spPr>
      </p:cxnSp>
      <p:cxnSp>
        <p:nvCxnSpPr>
          <p:cNvPr id="197" name="Google Shape;197;p28"/>
          <p:cNvCxnSpPr>
            <a:stCxn id="178" idx="2"/>
            <a:endCxn id="180" idx="0"/>
          </p:cNvCxnSpPr>
          <p:nvPr/>
        </p:nvCxnSpPr>
        <p:spPr>
          <a:xfrm>
            <a:off x="8465023" y="2073348"/>
            <a:ext cx="0" cy="405600"/>
          </a:xfrm>
          <a:prstGeom prst="straightConnector1">
            <a:avLst/>
          </a:prstGeom>
          <a:noFill/>
          <a:ln cap="flat" cmpd="sng" w="9525">
            <a:solidFill>
              <a:schemeClr val="dk2"/>
            </a:solidFill>
            <a:prstDash val="solid"/>
            <a:round/>
            <a:headEnd len="med" w="med" type="none"/>
            <a:tailEnd len="med" w="med" type="triangle"/>
          </a:ln>
        </p:spPr>
      </p:cxnSp>
      <p:cxnSp>
        <p:nvCxnSpPr>
          <p:cNvPr id="198" name="Google Shape;198;p28"/>
          <p:cNvCxnSpPr>
            <a:stCxn id="182" idx="2"/>
            <a:endCxn id="193" idx="0"/>
          </p:cNvCxnSpPr>
          <p:nvPr/>
        </p:nvCxnSpPr>
        <p:spPr>
          <a:xfrm>
            <a:off x="8465023" y="3824642"/>
            <a:ext cx="0" cy="405600"/>
          </a:xfrm>
          <a:prstGeom prst="straightConnector1">
            <a:avLst/>
          </a:prstGeom>
          <a:noFill/>
          <a:ln cap="flat" cmpd="sng" w="9525">
            <a:solidFill>
              <a:schemeClr val="dk2"/>
            </a:solidFill>
            <a:prstDash val="solid"/>
            <a:round/>
            <a:headEnd len="med" w="med" type="none"/>
            <a:tailEnd len="med" w="med" type="triangle"/>
          </a:ln>
        </p:spPr>
      </p:cxnSp>
      <p:cxnSp>
        <p:nvCxnSpPr>
          <p:cNvPr id="199" name="Google Shape;199;p28"/>
          <p:cNvCxnSpPr>
            <a:stCxn id="193" idx="2"/>
            <a:endCxn id="191" idx="0"/>
          </p:cNvCxnSpPr>
          <p:nvPr/>
        </p:nvCxnSpPr>
        <p:spPr>
          <a:xfrm>
            <a:off x="8465023" y="4700318"/>
            <a:ext cx="0" cy="405600"/>
          </a:xfrm>
          <a:prstGeom prst="straightConnector1">
            <a:avLst/>
          </a:prstGeom>
          <a:noFill/>
          <a:ln cap="flat" cmpd="sng" w="9525">
            <a:solidFill>
              <a:schemeClr val="dk2"/>
            </a:solidFill>
            <a:prstDash val="solid"/>
            <a:round/>
            <a:headEnd len="med" w="med" type="none"/>
            <a:tailEnd len="med" w="med" type="triangle"/>
          </a:ln>
        </p:spPr>
      </p:cxnSp>
      <p:cxnSp>
        <p:nvCxnSpPr>
          <p:cNvPr id="200" name="Google Shape;200;p28"/>
          <p:cNvCxnSpPr>
            <a:stCxn id="172" idx="2"/>
            <a:endCxn id="175" idx="0"/>
          </p:cNvCxnSpPr>
          <p:nvPr/>
        </p:nvCxnSpPr>
        <p:spPr>
          <a:xfrm>
            <a:off x="3072430" y="4700291"/>
            <a:ext cx="0" cy="405600"/>
          </a:xfrm>
          <a:prstGeom prst="straightConnector1">
            <a:avLst/>
          </a:prstGeom>
          <a:noFill/>
          <a:ln cap="flat" cmpd="sng" w="9525">
            <a:solidFill>
              <a:schemeClr val="dk2"/>
            </a:solidFill>
            <a:prstDash val="solid"/>
            <a:round/>
            <a:headEnd len="med" w="med" type="none"/>
            <a:tailEnd len="med" w="med" type="triangle"/>
          </a:ln>
        </p:spPr>
      </p:cxnSp>
      <p:cxnSp>
        <p:nvCxnSpPr>
          <p:cNvPr id="201" name="Google Shape;201;p28"/>
          <p:cNvCxnSpPr>
            <a:stCxn id="180" idx="2"/>
            <a:endCxn id="182" idx="0"/>
          </p:cNvCxnSpPr>
          <p:nvPr/>
        </p:nvCxnSpPr>
        <p:spPr>
          <a:xfrm>
            <a:off x="8465012" y="2949023"/>
            <a:ext cx="0" cy="405600"/>
          </a:xfrm>
          <a:prstGeom prst="straightConnector1">
            <a:avLst/>
          </a:prstGeom>
          <a:noFill/>
          <a:ln cap="flat" cmpd="sng" w="9525">
            <a:solidFill>
              <a:schemeClr val="dk2"/>
            </a:solidFill>
            <a:prstDash val="solid"/>
            <a:round/>
            <a:headEnd len="med" w="med" type="none"/>
            <a:tailEnd len="med" w="med" type="triangle"/>
          </a:ln>
        </p:spPr>
      </p:cxnSp>
      <p:cxnSp>
        <p:nvCxnSpPr>
          <p:cNvPr id="202" name="Google Shape;202;p28"/>
          <p:cNvCxnSpPr>
            <a:stCxn id="175" idx="2"/>
          </p:cNvCxnSpPr>
          <p:nvPr/>
        </p:nvCxnSpPr>
        <p:spPr>
          <a:xfrm flipH="1">
            <a:off x="3061930" y="5575966"/>
            <a:ext cx="10500" cy="3591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Summary &amp; Conclusions</a:t>
            </a:r>
            <a:r>
              <a:rPr lang="en-US"/>
              <a:t> </a:t>
            </a:r>
            <a:r>
              <a:rPr lang="en-US" sz="2500"/>
              <a:t>/1</a:t>
            </a:r>
            <a:endParaRPr/>
          </a:p>
        </p:txBody>
      </p:sp>
      <p:sp>
        <p:nvSpPr>
          <p:cNvPr id="208" name="Google Shape;208;p29"/>
          <p:cNvSpPr txBox="1"/>
          <p:nvPr>
            <p:ph idx="1" type="body"/>
          </p:nvPr>
        </p:nvSpPr>
        <p:spPr>
          <a:xfrm>
            <a:off x="838200" y="1468075"/>
            <a:ext cx="10515600" cy="4139100"/>
          </a:xfrm>
          <a:prstGeom prst="rect">
            <a:avLst/>
          </a:prstGeom>
        </p:spPr>
        <p:txBody>
          <a:bodyPr anchorCtr="0" anchor="t" bIns="45700" lIns="91425" spcFirstLastPara="1" rIns="91425" wrap="square" tIns="45700">
            <a:normAutofit fontScale="32500" lnSpcReduction="20000"/>
          </a:bodyPr>
          <a:lstStyle/>
          <a:p>
            <a:pPr indent="0" lvl="0" marL="228600" rtl="0" algn="l">
              <a:lnSpc>
                <a:spcPct val="115000"/>
              </a:lnSpc>
              <a:spcBef>
                <a:spcPts val="1200"/>
              </a:spcBef>
              <a:spcAft>
                <a:spcPts val="0"/>
              </a:spcAft>
              <a:buNone/>
            </a:pPr>
            <a:r>
              <a:t/>
            </a:r>
            <a:endParaRPr sz="2400">
              <a:solidFill>
                <a:schemeClr val="lt1"/>
              </a:solidFill>
            </a:endParaRPr>
          </a:p>
          <a:p>
            <a:pPr indent="-380285" lvl="0" marL="457200" rtl="0" algn="l">
              <a:lnSpc>
                <a:spcPct val="100000"/>
              </a:lnSpc>
              <a:spcBef>
                <a:spcPts val="1200"/>
              </a:spcBef>
              <a:spcAft>
                <a:spcPts val="0"/>
              </a:spcAft>
              <a:buClr>
                <a:schemeClr val="lt1"/>
              </a:buClr>
              <a:buSzPct val="100000"/>
              <a:buFont typeface="Proxima Nova"/>
              <a:buChar char="▪"/>
            </a:pPr>
            <a:r>
              <a:rPr lang="en-US" sz="7350">
                <a:solidFill>
                  <a:schemeClr val="lt1"/>
                </a:solidFill>
              </a:rPr>
              <a:t>There is an increase in the application of machine learning and deep learning in enhancing breast cancer diagnosis and disease classification. </a:t>
            </a:r>
            <a:endParaRPr sz="7350">
              <a:solidFill>
                <a:schemeClr val="lt1"/>
              </a:solidFill>
            </a:endParaRPr>
          </a:p>
          <a:p>
            <a:pPr indent="-380285" lvl="0" marL="457200" rtl="0" algn="l">
              <a:lnSpc>
                <a:spcPct val="100000"/>
              </a:lnSpc>
              <a:spcBef>
                <a:spcPts val="800"/>
              </a:spcBef>
              <a:spcAft>
                <a:spcPts val="0"/>
              </a:spcAft>
              <a:buClr>
                <a:schemeClr val="lt1"/>
              </a:buClr>
              <a:buSzPct val="100000"/>
              <a:buFont typeface="Proxima Nova"/>
              <a:buChar char="▪"/>
            </a:pPr>
            <a:r>
              <a:rPr lang="en-US" sz="7350">
                <a:solidFill>
                  <a:schemeClr val="lt1"/>
                </a:solidFill>
              </a:rPr>
              <a:t>The classic machine learning models, like Support Vector Machines and Random Forests, continue to be good baseline methods.</a:t>
            </a:r>
            <a:endParaRPr sz="7350">
              <a:solidFill>
                <a:schemeClr val="lt1"/>
              </a:solidFill>
            </a:endParaRPr>
          </a:p>
          <a:p>
            <a:pPr indent="-380285" lvl="0" marL="457200" rtl="0" algn="l">
              <a:lnSpc>
                <a:spcPct val="100000"/>
              </a:lnSpc>
              <a:spcBef>
                <a:spcPts val="800"/>
              </a:spcBef>
              <a:spcAft>
                <a:spcPts val="0"/>
              </a:spcAft>
              <a:buClr>
                <a:schemeClr val="lt1"/>
              </a:buClr>
              <a:buSzPct val="100000"/>
              <a:buFont typeface="Proxima Nova"/>
              <a:buChar char="▪"/>
            </a:pPr>
            <a:r>
              <a:rPr lang="en-US" sz="7350">
                <a:solidFill>
                  <a:schemeClr val="lt1"/>
                </a:solidFill>
              </a:rPr>
              <a:t> State-of-the-art deep learning models, such as Convolutional Neural Networks and Transformer models, are more diagnostically accurate and more capable of analyzing the tissue. </a:t>
            </a:r>
            <a:endParaRPr sz="7350">
              <a:solidFill>
                <a:schemeClr val="lt1"/>
              </a:solidFill>
            </a:endParaRPr>
          </a:p>
          <a:p>
            <a:pPr indent="-380285" lvl="0" marL="457200" rtl="0" algn="l">
              <a:lnSpc>
                <a:spcPct val="100000"/>
              </a:lnSpc>
              <a:spcBef>
                <a:spcPts val="800"/>
              </a:spcBef>
              <a:spcAft>
                <a:spcPts val="0"/>
              </a:spcAft>
              <a:buClr>
                <a:schemeClr val="lt1"/>
              </a:buClr>
              <a:buSzPct val="100000"/>
              <a:buFont typeface="Proxima Nova"/>
              <a:buChar char="▪"/>
            </a:pPr>
            <a:r>
              <a:rPr lang="en-US" sz="7350">
                <a:solidFill>
                  <a:schemeClr val="lt1"/>
                </a:solidFill>
              </a:rPr>
              <a:t>Data quality, feature selection and evaluation techniques are very essential in determining the effectiveness of the disease classification models.</a:t>
            </a:r>
            <a:endParaRPr sz="7350">
              <a:solidFill>
                <a:schemeClr val="lt1"/>
              </a:solidFill>
            </a:endParaRPr>
          </a:p>
          <a:p>
            <a:pPr indent="0" lvl="0" marL="0" rtl="0" algn="l">
              <a:spcBef>
                <a:spcPts val="100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lang="en-US"/>
              <a:t>Summary &amp; Conclusions </a:t>
            </a:r>
            <a:r>
              <a:rPr lang="en-US" sz="2500"/>
              <a:t>/2</a:t>
            </a:r>
            <a:endParaRPr/>
          </a:p>
        </p:txBody>
      </p:sp>
      <p:sp>
        <p:nvSpPr>
          <p:cNvPr id="214" name="Google Shape;214;p30"/>
          <p:cNvSpPr txBox="1"/>
          <p:nvPr>
            <p:ph idx="1" type="body"/>
          </p:nvPr>
        </p:nvSpPr>
        <p:spPr>
          <a:xfrm>
            <a:off x="838200" y="1468075"/>
            <a:ext cx="10515600" cy="4139100"/>
          </a:xfrm>
          <a:prstGeom prst="rect">
            <a:avLst/>
          </a:prstGeom>
        </p:spPr>
        <p:txBody>
          <a:bodyPr anchorCtr="0" anchor="t" bIns="45700" lIns="91425" spcFirstLastPara="1" rIns="91425" wrap="square" tIns="45700">
            <a:normAutofit fontScale="32500" lnSpcReduction="10000"/>
          </a:bodyPr>
          <a:lstStyle/>
          <a:p>
            <a:pPr indent="0" lvl="0" marL="0" rtl="0" algn="l">
              <a:lnSpc>
                <a:spcPct val="115000"/>
              </a:lnSpc>
              <a:spcBef>
                <a:spcPts val="1200"/>
              </a:spcBef>
              <a:spcAft>
                <a:spcPts val="0"/>
              </a:spcAft>
              <a:buNone/>
            </a:pPr>
            <a:r>
              <a:t/>
            </a:r>
            <a:endParaRPr sz="7350">
              <a:solidFill>
                <a:schemeClr val="lt1"/>
              </a:solidFill>
            </a:endParaRPr>
          </a:p>
          <a:p>
            <a:pPr indent="-380285" lvl="0" marL="457200" rtl="0" algn="l">
              <a:lnSpc>
                <a:spcPct val="100000"/>
              </a:lnSpc>
              <a:spcBef>
                <a:spcPts val="1200"/>
              </a:spcBef>
              <a:spcAft>
                <a:spcPts val="0"/>
              </a:spcAft>
              <a:buClr>
                <a:schemeClr val="lt1"/>
              </a:buClr>
              <a:buSzPct val="100000"/>
              <a:buFont typeface="Proxima Nova"/>
              <a:buChar char="▪"/>
            </a:pPr>
            <a:r>
              <a:rPr lang="en-US" sz="7350">
                <a:solidFill>
                  <a:schemeClr val="lt1"/>
                </a:solidFill>
              </a:rPr>
              <a:t> Although the outcomes are encouraging, there are still difficulties in the diversification of datasets, out-of-the-box validation, and clinical application.</a:t>
            </a:r>
            <a:endParaRPr sz="7350">
              <a:solidFill>
                <a:schemeClr val="lt1"/>
              </a:solidFill>
            </a:endParaRPr>
          </a:p>
          <a:p>
            <a:pPr indent="-380285" lvl="0" marL="457200" rtl="0" algn="l">
              <a:lnSpc>
                <a:spcPct val="100000"/>
              </a:lnSpc>
              <a:spcBef>
                <a:spcPts val="600"/>
              </a:spcBef>
              <a:spcAft>
                <a:spcPts val="0"/>
              </a:spcAft>
              <a:buClr>
                <a:schemeClr val="lt1"/>
              </a:buClr>
              <a:buSzPct val="100000"/>
              <a:buFont typeface="Proxima Nova"/>
              <a:buChar char="▪"/>
            </a:pPr>
            <a:r>
              <a:rPr lang="en-US" sz="7350">
                <a:solidFill>
                  <a:schemeClr val="lt1"/>
                </a:solidFill>
              </a:rPr>
              <a:t> Future studies need to be based on larger data, standardized evaluation approaches and integration of AI models into clinical decision support processes.</a:t>
            </a:r>
            <a:endParaRPr sz="7350">
              <a:solidFill>
                <a:schemeClr val="lt1"/>
              </a:solidFill>
            </a:endParaRPr>
          </a:p>
          <a:p>
            <a:pPr indent="-380285" lvl="0" marL="457200" rtl="0" algn="l">
              <a:lnSpc>
                <a:spcPct val="100000"/>
              </a:lnSpc>
              <a:spcBef>
                <a:spcPts val="600"/>
              </a:spcBef>
              <a:spcAft>
                <a:spcPts val="0"/>
              </a:spcAft>
              <a:buSzPct val="100000"/>
              <a:buChar char="▪"/>
            </a:pPr>
            <a:r>
              <a:rPr lang="en-US" sz="7350">
                <a:solidFill>
                  <a:schemeClr val="lt1"/>
                </a:solidFill>
              </a:rPr>
              <a:t> This project will have a contribution as it produces an ensemble machine learning method to enhance the accuracy of breast cancer classification and early diagnosis.</a:t>
            </a:r>
            <a:r>
              <a:rPr lang="en-US" sz="7350">
                <a:solidFill>
                  <a:schemeClr val="dk1"/>
                </a:solidFill>
              </a:rPr>
              <a:t> </a:t>
            </a:r>
            <a:endParaRPr sz="7350">
              <a:solidFill>
                <a:schemeClr val="dk1"/>
              </a:solidFill>
            </a:endParaRPr>
          </a:p>
          <a:p>
            <a:pPr indent="0" lvl="0" marL="0" rtl="0" algn="l">
              <a:spcBef>
                <a:spcPts val="100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References	</a:t>
            </a:r>
            <a:r>
              <a:rPr lang="en-US" sz="2500"/>
              <a:t>/1</a:t>
            </a:r>
            <a:endParaRPr sz="2500"/>
          </a:p>
        </p:txBody>
      </p:sp>
      <p:sp>
        <p:nvSpPr>
          <p:cNvPr id="220" name="Google Shape;220;p31"/>
          <p:cNvSpPr txBox="1"/>
          <p:nvPr>
            <p:ph idx="1" type="body"/>
          </p:nvPr>
        </p:nvSpPr>
        <p:spPr>
          <a:xfrm>
            <a:off x="838200" y="1825625"/>
            <a:ext cx="10515600" cy="3781500"/>
          </a:xfrm>
          <a:prstGeom prst="rect">
            <a:avLst/>
          </a:prstGeom>
        </p:spPr>
        <p:txBody>
          <a:bodyPr anchorCtr="0" anchor="t" bIns="45700" lIns="91425" spcFirstLastPara="1" rIns="91425" wrap="square" tIns="45700">
            <a:normAutofit fontScale="47500" lnSpcReduction="10000"/>
          </a:bodyPr>
          <a:lstStyle/>
          <a:p>
            <a:pPr indent="0" lvl="0" marL="0" rtl="0" algn="l">
              <a:spcBef>
                <a:spcPts val="1000"/>
              </a:spcBef>
              <a:spcAft>
                <a:spcPts val="0"/>
              </a:spcAft>
              <a:buNone/>
            </a:pPr>
            <a:r>
              <a:rPr lang="en-US"/>
              <a:t>Makki, J. (2015). Diversity of breast carcinoma: Histological subtypes and clinical relevance. Clinical Medicine Insights: Pathology, 8, 23–31. https://doi.org/10.4137/CPath.S31563</a:t>
            </a:r>
            <a:endParaRPr/>
          </a:p>
          <a:p>
            <a:pPr indent="0" lvl="0" marL="0" rtl="0" algn="l">
              <a:spcBef>
                <a:spcPts val="1000"/>
              </a:spcBef>
              <a:spcAft>
                <a:spcPts val="0"/>
              </a:spcAft>
              <a:buNone/>
            </a:pPr>
            <a:r>
              <a:rPr lang="en-US"/>
              <a:t>Wolberg, W., Mangasarian, O., Street, N., &amp; Street, W. (1993). Breast Cancer Wisconsin (Diagnostic) [Dataset]. UCI Machine Learning Repository. https://doi.org/10.24432/C5DW2B.</a:t>
            </a:r>
            <a:endParaRPr/>
          </a:p>
          <a:p>
            <a:pPr indent="0" lvl="0" marL="0" rtl="0" algn="l">
              <a:spcBef>
                <a:spcPts val="1000"/>
              </a:spcBef>
              <a:spcAft>
                <a:spcPts val="0"/>
              </a:spcAft>
              <a:buNone/>
            </a:pPr>
            <a:r>
              <a:rPr lang="en-US"/>
              <a:t>National Cancer Institute (2025). Retrieved from https://seer.cancer.gov/statfacts/html/breast.html. Assessed on Feb 20, 2026.</a:t>
            </a:r>
            <a:endParaRPr/>
          </a:p>
          <a:p>
            <a:pPr indent="0" lvl="0" marL="0" rtl="0" algn="l">
              <a:spcBef>
                <a:spcPts val="1000"/>
              </a:spcBef>
              <a:spcAft>
                <a:spcPts val="0"/>
              </a:spcAft>
              <a:buNone/>
            </a:pPr>
            <a:r>
              <a:rPr lang="en-US"/>
              <a:t>American Cancer Society (2026). Retrieved from https://www.cancer.org/cancer/types/breast-cancer/about/how-common-is-breast-cancer.html. Assessed on Feb 20, 2026.</a:t>
            </a:r>
            <a:endParaRPr/>
          </a:p>
          <a:p>
            <a:pPr indent="0" lvl="0" marL="0" rtl="0" algn="l">
              <a:spcBef>
                <a:spcPts val="1000"/>
              </a:spcBef>
              <a:spcAft>
                <a:spcPts val="0"/>
              </a:spcAft>
              <a:buNone/>
            </a:pPr>
            <a:r>
              <a:rPr lang="en-US"/>
              <a:t>Shang, C., &amp; Xu, D. (2022). Epidemiology of breast cancer. Oncologie, 24(4), 649–663. https://doi.org/10.32604/oncologie.2022.027640</a:t>
            </a:r>
            <a:endParaRPr/>
          </a:p>
          <a:p>
            <a:pPr indent="0" lvl="0" marL="0" rtl="0" algn="l">
              <a:spcBef>
                <a:spcPts val="1000"/>
              </a:spcBef>
              <a:spcAft>
                <a:spcPts val="0"/>
              </a:spcAft>
              <a:buNone/>
            </a:pPr>
            <a:r>
              <a:rPr lang="en-US"/>
              <a:t>Jaglan, P., Dass, R., &amp; Duhan, M. (2019). Breast cancer detection techniques: Issues and challenges. Journal of the Institution of Engineers (India): Series B, 100(4), 379–386. https://doi.org/10.1007/s40031-019-00391-2</a:t>
            </a:r>
            <a:endParaRPr/>
          </a:p>
          <a:p>
            <a:pPr indent="0" lvl="0" marL="0" rtl="0" algn="l">
              <a:spcBef>
                <a:spcPts val="1000"/>
              </a:spcBef>
              <a:spcAft>
                <a:spcPts val="0"/>
              </a:spcAft>
              <a:buNone/>
            </a:pPr>
            <a:r>
              <a:rPr lang="en-US"/>
              <a:t>La Moglia, A., &amp; Almustafa, K. M. M. (2025). Breast cancer prediction using machine learning classification algorithms. Intelligence-Based Medicine, 11, 100193. https://doi.org/10.1016/j.ibmed.2024.100193</a:t>
            </a:r>
            <a:endParaRPr/>
          </a:p>
          <a:p>
            <a:pPr indent="0" lvl="0" marL="0" rtl="0" algn="l">
              <a:spcBef>
                <a:spcPts val="1000"/>
              </a:spcBef>
              <a:spcAft>
                <a:spcPts val="0"/>
              </a:spcAft>
              <a:buNone/>
            </a:pPr>
            <a:r>
              <a:rPr lang="en-US"/>
              <a:t>Yue W, Wang Z, Chen H, Payne A, Liu X. 2018. Machine learning with applications in breast cancer diagnosis and prognosis. Designs. 2(2):13. doi: 10.3390/designs2020013.</a:t>
            </a:r>
            <a:endParaRPr/>
          </a:p>
          <a:p>
            <a:pPr indent="0" lvl="0" marL="0" rtl="0" algn="l">
              <a:spcBef>
                <a:spcPts val="100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lang="en-US"/>
              <a:t>References	</a:t>
            </a:r>
            <a:r>
              <a:rPr lang="en-US" sz="2500"/>
              <a:t>/2</a:t>
            </a:r>
            <a:endParaRPr/>
          </a:p>
        </p:txBody>
      </p:sp>
      <p:sp>
        <p:nvSpPr>
          <p:cNvPr id="226" name="Google Shape;226;p32"/>
          <p:cNvSpPr txBox="1"/>
          <p:nvPr>
            <p:ph idx="1" type="body"/>
          </p:nvPr>
        </p:nvSpPr>
        <p:spPr>
          <a:xfrm>
            <a:off x="838200" y="1825625"/>
            <a:ext cx="10515600" cy="3781500"/>
          </a:xfrm>
          <a:prstGeom prst="rect">
            <a:avLst/>
          </a:prstGeom>
        </p:spPr>
        <p:txBody>
          <a:bodyPr anchorCtr="0" anchor="t" bIns="45700" lIns="91425" spcFirstLastPara="1" rIns="91425" wrap="square" tIns="45700">
            <a:normAutofit fontScale="40000"/>
          </a:bodyPr>
          <a:lstStyle/>
          <a:p>
            <a:pPr indent="0" lvl="0" marL="0" rtl="0" algn="l">
              <a:spcBef>
                <a:spcPts val="1000"/>
              </a:spcBef>
              <a:spcAft>
                <a:spcPts val="0"/>
              </a:spcAft>
              <a:buClr>
                <a:schemeClr val="dk1"/>
              </a:buClr>
              <a:buSzPct val="39285"/>
              <a:buFont typeface="Arial"/>
              <a:buNone/>
            </a:pPr>
            <a:r>
              <a:rPr lang="en-US"/>
              <a:t>Ahsan, M. M., Luna, S. A., &amp; Siddique, Z. (2022). Machine-learning-based disease diagnosis: A comprehensive review. Healthcare (Basel), 10(3), 541. https://doi.org/10.3390/healthcare10030541</a:t>
            </a:r>
            <a:endParaRPr/>
          </a:p>
          <a:p>
            <a:pPr indent="0" lvl="0" marL="0" rtl="0" algn="l">
              <a:spcBef>
                <a:spcPts val="1000"/>
              </a:spcBef>
              <a:spcAft>
                <a:spcPts val="0"/>
              </a:spcAft>
              <a:buClr>
                <a:schemeClr val="dk1"/>
              </a:buClr>
              <a:buSzPct val="39285"/>
              <a:buFont typeface="Arial"/>
              <a:buNone/>
            </a:pPr>
            <a:r>
              <a:rPr lang="en-US"/>
              <a:t>Manzoor, M. (2024). Machine learning for early disease diagnosis: A review of techniques in healthcare applications. Premier Journal of Science, 2(4). https://doi.org/10.5281/zenodo.14095684</a:t>
            </a:r>
            <a:endParaRPr/>
          </a:p>
          <a:p>
            <a:pPr indent="0" lvl="0" marL="0" rtl="0" algn="l">
              <a:spcBef>
                <a:spcPts val="1000"/>
              </a:spcBef>
              <a:spcAft>
                <a:spcPts val="0"/>
              </a:spcAft>
              <a:buClr>
                <a:schemeClr val="dk1"/>
              </a:buClr>
              <a:buSzPct val="39285"/>
              <a:buFont typeface="Arial"/>
              <a:buNone/>
            </a:pPr>
            <a:r>
              <a:rPr lang="en-US"/>
              <a:t>Moreno-Ibarra, A., et al. (2021). Classification of diseases using machine learning algorithms: A comparative study. Mathematics, 9(15), 1817. https://doi.org/10.3390/math9151817</a:t>
            </a:r>
            <a:endParaRPr/>
          </a:p>
          <a:p>
            <a:pPr indent="0" lvl="0" marL="0" rtl="0" algn="l">
              <a:spcBef>
                <a:spcPts val="1000"/>
              </a:spcBef>
              <a:spcAft>
                <a:spcPts val="0"/>
              </a:spcAft>
              <a:buClr>
                <a:schemeClr val="dk1"/>
              </a:buClr>
              <a:buSzPct val="39285"/>
              <a:buFont typeface="Arial"/>
              <a:buNone/>
            </a:pPr>
            <a:r>
              <a:rPr lang="en-US"/>
              <a:t>Scherr, T. F., Douglas, C. E., Schaecher, K. E., Schoepp, R. J., Ricks, K. M., &amp; Shoemaker, C. J. (2024). Application of a machine learning-based classification approach for developing host protein diagnostic models for infectious disease. Diagnostics (Basel), 14(12), 1290. https://doi.org/10.3390/diagnostics14121290</a:t>
            </a:r>
            <a:endParaRPr/>
          </a:p>
          <a:p>
            <a:pPr indent="0" lvl="0" marL="0" rtl="0" algn="l">
              <a:spcBef>
                <a:spcPts val="1000"/>
              </a:spcBef>
              <a:spcAft>
                <a:spcPts val="0"/>
              </a:spcAft>
              <a:buClr>
                <a:schemeClr val="dk1"/>
              </a:buClr>
              <a:buSzPct val="39285"/>
              <a:buFont typeface="Arial"/>
              <a:buNone/>
            </a:pPr>
            <a:r>
              <a:rPr lang="en-US"/>
              <a:t>Jafari, A. (2024). Machine-learning methods in detecting breast cancer and related therapeutic issues: A review. Computer Methods in Biomechanics and Biomedical Engineering: Imaging &amp; Visualization, 12(1), Article 2299093. https://doi.org/10.1080/21681163.2023.2299093</a:t>
            </a:r>
            <a:endParaRPr/>
          </a:p>
          <a:p>
            <a:pPr indent="0" lvl="0" marL="0" rtl="0" algn="l">
              <a:spcBef>
                <a:spcPts val="1000"/>
              </a:spcBef>
              <a:spcAft>
                <a:spcPts val="0"/>
              </a:spcAft>
              <a:buClr>
                <a:schemeClr val="dk1"/>
              </a:buClr>
              <a:buSzPct val="39285"/>
              <a:buFont typeface="Arial"/>
              <a:buNone/>
            </a:pPr>
            <a:r>
              <a:rPr lang="en-US"/>
              <a:t>La Moglia, A., &amp; Almustafa, K. M. (2025). Breast cancer prediction using machine learning classification algorithms. Intelligence-Based Medicine, 11, Article 100193. https://doi.org/10.1016/j.ibmed.2024.100193</a:t>
            </a:r>
            <a:endParaRPr/>
          </a:p>
          <a:p>
            <a:pPr indent="0" lvl="0" marL="0" rtl="0" algn="l">
              <a:spcBef>
                <a:spcPts val="1000"/>
              </a:spcBef>
              <a:spcAft>
                <a:spcPts val="0"/>
              </a:spcAft>
              <a:buClr>
                <a:schemeClr val="dk1"/>
              </a:buClr>
              <a:buSzPct val="39285"/>
              <a:buFont typeface="Arial"/>
              <a:buNone/>
            </a:pPr>
            <a:r>
              <a:rPr lang="en-US"/>
              <a:t>Yedjou, C. G., Tchounwou, S. S., Aló, R. A., Elhag, R., Mochona, B., &amp; Latinwo, L. (2021). Application of machine learning algorithms in breast cancer diagnosis and classification. International Journal of Science and Academic Research, 2(1), 3081–3086.</a:t>
            </a:r>
            <a:endParaRPr/>
          </a:p>
          <a:p>
            <a:pPr indent="0" lvl="0" marL="0" rtl="0" algn="l">
              <a:spcBef>
                <a:spcPts val="1000"/>
              </a:spcBef>
              <a:spcAft>
                <a:spcPts val="0"/>
              </a:spcAft>
              <a:buClr>
                <a:schemeClr val="dk1"/>
              </a:buClr>
              <a:buSzPct val="39285"/>
              <a:buFont typeface="Arial"/>
              <a:buNone/>
            </a:pPr>
            <a:r>
              <a:rPr lang="en-US"/>
              <a:t>Brunyé, T. T., Booth, K., Hendel, D., Kerr, K. F., Shucard, H., Weaver, D. L., &amp; Elmore, J. G. (2024). Machine learning classification of diagnostic accuracy in pathologists interpreting breast biopsies. Journal of the American Medical Informatics Association : JAMIA, 31(3), 552–562. https://doi.org/10.1093/jamia/ocad232</a:t>
            </a:r>
            <a:endParaRPr/>
          </a:p>
          <a:p>
            <a:pPr indent="0" lvl="0" marL="0" rtl="0" algn="l">
              <a:spcBef>
                <a:spcPts val="100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lang="en-US"/>
              <a:t>References	</a:t>
            </a:r>
            <a:r>
              <a:rPr lang="en-US" sz="2500"/>
              <a:t>/3</a:t>
            </a:r>
            <a:endParaRPr/>
          </a:p>
        </p:txBody>
      </p:sp>
      <p:sp>
        <p:nvSpPr>
          <p:cNvPr id="232" name="Google Shape;232;p33"/>
          <p:cNvSpPr txBox="1"/>
          <p:nvPr>
            <p:ph idx="1" type="body"/>
          </p:nvPr>
        </p:nvSpPr>
        <p:spPr>
          <a:xfrm>
            <a:off x="838200" y="1825625"/>
            <a:ext cx="10515600" cy="3781500"/>
          </a:xfrm>
          <a:prstGeom prst="rect">
            <a:avLst/>
          </a:prstGeom>
        </p:spPr>
        <p:txBody>
          <a:bodyPr anchorCtr="0" anchor="t" bIns="45700" lIns="91425" spcFirstLastPara="1" rIns="91425" wrap="square" tIns="45700">
            <a:normAutofit/>
          </a:bodyPr>
          <a:lstStyle/>
          <a:p>
            <a:pPr indent="0" lvl="0" marL="0" rtl="0" algn="l">
              <a:lnSpc>
                <a:spcPct val="115000"/>
              </a:lnSpc>
              <a:spcBef>
                <a:spcPts val="1200"/>
              </a:spcBef>
              <a:spcAft>
                <a:spcPts val="0"/>
              </a:spcAft>
              <a:buClr>
                <a:schemeClr val="dk1"/>
              </a:buClr>
              <a:buSzPts val="1100"/>
              <a:buFont typeface="Arial"/>
              <a:buNone/>
            </a:pPr>
            <a:r>
              <a:rPr lang="en-US" sz="1100">
                <a:solidFill>
                  <a:schemeClr val="lt1"/>
                </a:solidFill>
                <a:latin typeface="Arial"/>
                <a:ea typeface="Arial"/>
                <a:cs typeface="Arial"/>
                <a:sym typeface="Arial"/>
              </a:rPr>
              <a:t>Al-Azzam, N., &amp; Shatnawi, I. (2021). Comparing supervised and semi-supervised machine learning models on diagnosing breast cancer. </a:t>
            </a:r>
            <a:r>
              <a:rPr i="1" lang="en-US" sz="1100">
                <a:solidFill>
                  <a:schemeClr val="lt1"/>
                </a:solidFill>
                <a:latin typeface="Arial"/>
                <a:ea typeface="Arial"/>
                <a:cs typeface="Arial"/>
                <a:sym typeface="Arial"/>
              </a:rPr>
              <a:t>Annals of Medicine and Surgery, 62</a:t>
            </a:r>
            <a:r>
              <a:rPr lang="en-US" sz="1100">
                <a:solidFill>
                  <a:schemeClr val="lt1"/>
                </a:solidFill>
                <a:latin typeface="Arial"/>
                <a:ea typeface="Arial"/>
                <a:cs typeface="Arial"/>
                <a:sym typeface="Arial"/>
              </a:rPr>
              <a:t>, 53–64. https://doi.org/10.1016/j.amsu.2020.12.043</a:t>
            </a:r>
            <a:endParaRPr sz="1100">
              <a:solidFill>
                <a:schemeClr val="lt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lt1"/>
                </a:solidFill>
                <a:latin typeface="Arial"/>
                <a:ea typeface="Arial"/>
                <a:cs typeface="Arial"/>
                <a:sym typeface="Arial"/>
              </a:rPr>
              <a:t>Li, X., Li, C., Wang, H., Jiang, L., &amp; Chen, M. (2024). Comparison of radiomics-based machine-learning classifiers for the pretreatment prediction of pathologic complete response to neoadjuvant therapy in breast cancer. </a:t>
            </a:r>
            <a:r>
              <a:rPr i="1" lang="en-US" sz="1100">
                <a:solidFill>
                  <a:schemeClr val="lt1"/>
                </a:solidFill>
                <a:latin typeface="Arial"/>
                <a:ea typeface="Arial"/>
                <a:cs typeface="Arial"/>
                <a:sym typeface="Arial"/>
              </a:rPr>
              <a:t>PeerJ, 12</a:t>
            </a:r>
            <a:r>
              <a:rPr lang="en-US" sz="1100">
                <a:solidFill>
                  <a:schemeClr val="lt1"/>
                </a:solidFill>
                <a:latin typeface="Arial"/>
                <a:ea typeface="Arial"/>
                <a:cs typeface="Arial"/>
                <a:sym typeface="Arial"/>
              </a:rPr>
              <a:t>, e17683. https://doi.org/10.7717/peerj.17683</a:t>
            </a:r>
            <a:endParaRPr sz="1100">
              <a:solidFill>
                <a:schemeClr val="lt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lt1"/>
                </a:solidFill>
                <a:latin typeface="Arial"/>
                <a:ea typeface="Arial"/>
                <a:cs typeface="Arial"/>
                <a:sym typeface="Arial"/>
              </a:rPr>
              <a:t>Xiao, J., Mo, M., Wang, Z., Zhou, C., Shen, J., Yuan, J., He, Y., &amp; Zheng, Y. (2022). The application and comparison of machine learning models for the prediction of breast cancer prognosis: Retrospective cohort study. </a:t>
            </a:r>
            <a:r>
              <a:rPr i="1" lang="en-US" sz="1100">
                <a:solidFill>
                  <a:schemeClr val="lt1"/>
                </a:solidFill>
                <a:latin typeface="Arial"/>
                <a:ea typeface="Arial"/>
                <a:cs typeface="Arial"/>
                <a:sym typeface="Arial"/>
              </a:rPr>
              <a:t>JMIR Medical Informatics, 10</a:t>
            </a:r>
            <a:r>
              <a:rPr lang="en-US" sz="1100">
                <a:solidFill>
                  <a:schemeClr val="lt1"/>
                </a:solidFill>
                <a:latin typeface="Arial"/>
                <a:ea typeface="Arial"/>
                <a:cs typeface="Arial"/>
                <a:sym typeface="Arial"/>
              </a:rPr>
              <a:t>(2), e33440.</a:t>
            </a:r>
            <a:r>
              <a:rPr lang="en-US" sz="1100">
                <a:solidFill>
                  <a:schemeClr val="lt1"/>
                </a:solidFill>
                <a:uFill>
                  <a:noFill/>
                </a:uFill>
                <a:latin typeface="Arial"/>
                <a:ea typeface="Arial"/>
                <a:cs typeface="Arial"/>
                <a:sym typeface="Arial"/>
                <a:hlinkClick r:id="rId3">
                  <a:extLst>
                    <a:ext uri="{A12FA001-AC4F-418D-AE19-62706E023703}">
                      <ahyp:hlinkClr val="tx"/>
                    </a:ext>
                  </a:extLst>
                </a:hlinkClick>
              </a:rPr>
              <a:t> </a:t>
            </a:r>
            <a:r>
              <a:rPr lang="en-US" sz="1100" u="sng">
                <a:solidFill>
                  <a:schemeClr val="lt1"/>
                </a:solidFill>
                <a:latin typeface="Arial"/>
                <a:ea typeface="Arial"/>
                <a:cs typeface="Arial"/>
                <a:sym typeface="Arial"/>
                <a:hlinkClick r:id="rId4">
                  <a:extLst>
                    <a:ext uri="{A12FA001-AC4F-418D-AE19-62706E023703}">
                      <ahyp:hlinkClr val="tx"/>
                    </a:ext>
                  </a:extLst>
                </a:hlinkClick>
              </a:rPr>
              <a:t>https://doi.org/10.2196/33440</a:t>
            </a:r>
            <a:endParaRPr sz="1100" u="sng">
              <a:solidFill>
                <a:schemeClr val="lt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lt1"/>
                </a:solidFill>
                <a:latin typeface="Arial"/>
                <a:ea typeface="Arial"/>
                <a:cs typeface="Arial"/>
                <a:sym typeface="Arial"/>
              </a:rPr>
              <a:t>Yao, J., Zhou, W., Xu, S., Jia, X., Zhou, J., Chen, X., &amp; Zhan, W. (2024). Machine learning-based breast tumor ultrasound radiomics for pre-operative prediction of axillary sentinel lymph node metastasis burden in early-stage invasive breast cancer. </a:t>
            </a:r>
            <a:r>
              <a:rPr i="1" lang="en-US" sz="1100">
                <a:solidFill>
                  <a:schemeClr val="lt1"/>
                </a:solidFill>
                <a:latin typeface="Arial"/>
                <a:ea typeface="Arial"/>
                <a:cs typeface="Arial"/>
                <a:sym typeface="Arial"/>
              </a:rPr>
              <a:t>Ultrasound in Medicine &amp; Biology, 50</a:t>
            </a:r>
            <a:r>
              <a:rPr lang="en-US" sz="1100">
                <a:solidFill>
                  <a:schemeClr val="lt1"/>
                </a:solidFill>
                <a:latin typeface="Arial"/>
                <a:ea typeface="Arial"/>
                <a:cs typeface="Arial"/>
                <a:sym typeface="Arial"/>
              </a:rPr>
              <a:t>(2), 229–236. https://doi.org/10.1016/j.ultrasmedbio.2023.10.004</a:t>
            </a:r>
            <a:endParaRPr sz="1100">
              <a:solidFill>
                <a:schemeClr val="lt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solidFill>
                  <a:schemeClr val="lt1"/>
                </a:solidFill>
                <a:latin typeface="Arial"/>
                <a:ea typeface="Arial"/>
                <a:cs typeface="Arial"/>
                <a:sym typeface="Arial"/>
              </a:rPr>
              <a:t>Zhou, S., Hu, C., Wei, S., &amp; Yan, X. (2024). Breast cancer prediction based on multiple machine learning algorithms. </a:t>
            </a:r>
            <a:r>
              <a:rPr i="1" lang="en-US" sz="1100">
                <a:solidFill>
                  <a:schemeClr val="lt1"/>
                </a:solidFill>
                <a:latin typeface="Arial"/>
                <a:ea typeface="Arial"/>
                <a:cs typeface="Arial"/>
                <a:sym typeface="Arial"/>
              </a:rPr>
              <a:t>Technology in Cancer Research &amp; Treatment, 23</a:t>
            </a:r>
            <a:r>
              <a:rPr lang="en-US" sz="1100">
                <a:solidFill>
                  <a:schemeClr val="lt1"/>
                </a:solidFill>
                <a:latin typeface="Arial"/>
                <a:ea typeface="Arial"/>
                <a:cs typeface="Arial"/>
                <a:sym typeface="Arial"/>
              </a:rPr>
              <a:t>, 15330338241234791. https://doi.org/10.1177/15330338241234791</a:t>
            </a:r>
            <a:endParaRPr>
              <a:solidFill>
                <a:schemeClr val="lt1"/>
              </a:solidFill>
            </a:endParaRPr>
          </a:p>
          <a:p>
            <a:pPr indent="0" lvl="0" marL="0" rtl="0" algn="l">
              <a:spcBef>
                <a:spcPts val="120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neral Branding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